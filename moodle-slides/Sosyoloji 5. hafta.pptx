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99" r:id="rId3"/>
    <p:sldId id="301" r:id="rId4"/>
    <p:sldId id="260" r:id="rId5"/>
    <p:sldId id="302" r:id="rId6"/>
    <p:sldId id="261" r:id="rId7"/>
    <p:sldId id="303"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300" r:id="rId22"/>
    <p:sldId id="275" r:id="rId23"/>
    <p:sldId id="276" r:id="rId24"/>
    <p:sldId id="277" r:id="rId25"/>
    <p:sldId id="305" r:id="rId26"/>
    <p:sldId id="278" r:id="rId27"/>
    <p:sldId id="279" r:id="rId28"/>
    <p:sldId id="280" r:id="rId29"/>
    <p:sldId id="304" r:id="rId30"/>
    <p:sldId id="281" r:id="rId31"/>
    <p:sldId id="282" r:id="rId32"/>
    <p:sldId id="283" r:id="rId33"/>
    <p:sldId id="284" r:id="rId34"/>
    <p:sldId id="306" r:id="rId35"/>
    <p:sldId id="307"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8" r:id="rId49"/>
  </p:sldIdLst>
  <p:sldSz cx="12192000" cy="6858000"/>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1589"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Lefke Avrupa Üniversitesi, Dr. Fazıl Küçük Eğitim Fakültesi. Yrd. Doç. Dr. Sibel Solyalı. Konu: Statü, Rol, Norm ve Değer. Öğrenciler için örnekli ders anlatımı.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Statüyü günlük dildeki itibar anlamından ayırın. Öğrencilik de komşuluk da sosyolojik anlamda statüdür. Statü kavramı yalnızca üst konumları anlatmaz.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Tahtaya Ece adını yazın. Öğrencilerden farklı statüler eklemelerini isteyin. Kişilik özellikleriyle statüleri ayırın: sabırlı olmak bir özellik, çalışan olmak bir statüdür.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Verilmiş statü için atfedilmiş statü ifadesi de kullanılır. Verilmiş olanın yaşam boyu mutlaka değişmez olduğunu söylemeyin. Sınıflama edinilme biçimini vurgular.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Aynı çabayı gösteren herkesin aynı olanaklara sahip olmayabileceğini tartışın. Ailenin ekonomik koşulları ve eğitime erişim örneklerini kullanın.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Öğrencilerden gelir ile saygınlığı birbirine eşitlemeyen bir örnek isteyin. Örneklerin bir meslek grubunu küçümsememesine dikkat edin.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Yanıtları bir sonraki slaytta açın. Önce ikili gruplarda bir dakika düşünmelerini isteyin.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Yanıtın gerekçesini mutlaka sorun. Yalnızca etiketi doğru söylemek yerine statünün nasıl edinildiğini açıklamalarını bekleyin.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Buradaki rol sözcüğünün yalnızca tiyatrodaki oyunculuk anlamına gelmediğini açıklayın. Beklentiler toplumsal ilişkiler içinde oluşur.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Bir öğrenciden statü, diğerinden o statüye ilişkin rol beklentisi söylemesini isteyin. Hakkı kullanma ile sorumluluğu üstlenme arasındaki ilişkiyi de tartışabilirsiniz.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Beklentinin varlığı herkesin buna uyduğu anlamına gelmez. Öğrencinin davranışını anlamak için koşulları ve gerekçeleri araştırmamız gerektiğini ekleyin.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Statü takımı ile rol takımını karıştırmayın. Statü takımında kişinin farklı konumlarını, rol takımında tek bir statü etrafındaki ilişkilerini ele alıyoruz.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İki ayrı statüyü öğrencilere buldurun: öğrenci ve çalışan. Her yoğunluk örneğinin rol çatışması olmadığını vurgulayın.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Öğrencinin hem başarı hem katılım hem zamanında teslim beklentisini karşılaması gerektiğini açıklayın. Farklı bir statüye geçmeden de baskı yaşayabileceğini gösterin.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Önce sadece ilk iki cümleyi okuyun ve öğrencilerden yanıt alın. Ayırt edici soru: Farklı statülere bağlı roller mi, aynı statünün beklentileri mi?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Bunları belirli bir toplum hakkında ölçülmüş bulgular olarak değil, değişimi tartışmaya açan örnekler olarak sunun. Öğrenciler kendi deneyimlerinden örnek verebilir.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Normların belirli bir grup ve bağlam içinde anlaşılması gerektiğini belirtin. Kişisel bir alışkanlığın toplumsal norm olması için paylaşılan bir beklentiyle ilişkisi gerekir.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Yazılı olan her şeyin yasa olmadığını açıklayın. Kurum yönergeleri de resmî normlar içerebilir. Norm türlerini kesinlikle birbirini dışlayan kutular gibi sunmayın.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Halk yolları ve töreler terimlerinin bazı kaynaklarda bu ayrımla ilişkilendirildiğini söyleyebilirsiniz. Önce öğrencinin temel ayrımı anlamasını sağlayın.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Yaptırım sözcüğünün yalnızca ceza anlamına gelmediğini vurgulayın. Arkadaşının teşekkür etmesi gayriresmî olumlu yaptırıma örnektir.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Öğrencilerden olumsuz yaptırıma iki örnek isteyin. Kurumların gerçekte uygulamadığı bir cezayı varmış gibi söylemeyin. Örneklerin varsayımsal olduğunu belirtin.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Kültürel farklılıkları üstünlük veya eksiklik gibi değerlendirmeyin. Aynı toplum içinde de farklı grupların farklı beklentileri olabileceğini anlatın.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Burada değerin para karşılığı anlamını kullanmadığımızı belirtin. Bir değerin önemsenmesi, herkesin her zaman ona uygun davrandığını göstermez.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örnekler ders için hazırlanmıştır. Bir normun birden fazla değeri destekleyebileceğini sorun. Söz kesmeme hem saygı hem eşit katılım ile ilişkilendirilebilir.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Öğrencilerden dayanışma değerine uygun iki farklı davranış beklentisi üretmelerini isteyin. Örneğin grup işinde görev paylaşma ve zorlanan arkadaşına destek olma.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Örneği genel düzeyde tutun. Öğrencilerden özel yaşamlarına ait hassas olaylar anlatmalarını istemeyin. Amaç tek bir ezber yanıt değil, gerekçeli düşünmedir.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Örnek yanıt: Söz hakkının farklı öğrencilere dağılması, görüşlerin dinlenmesi, ortak ölçütlerin uygulanması. Tek bir gözlemden insanların bütün değerlerini çıkarmayın.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Öğrencilerden ilk kez öğrendikleri bir ortak yaşam kuralını düşünmelerini isteyin. Kim öğretti, nasıl öğrendiler, hangi tepkiyle karşılaştılar?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Öğretmen adaylarına bağlayın: Öğrencilerinize yalnızca kuralları söylemezsiniz. Kendi uygulamanızla da örnek oluşturursunuz. Bu slayt pedagojik tartışma için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Toplumsal kontrolü yalnızca baskıyla özdeşleştirmeyin. Ortak yaşamı kolaylaştırabileceği gibi eşitsiz uygulamalar da içerebilir. Kimin hangi kurala tabi tutulduğunu tartışmaya açın.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Kurgusal olay. Öğrenciler özel hesaplarını açmak zorunda değildir. Beklenen analiz: arkadaş ve temsilci statüleri, rol çatışması, aşağılamama normu, saygı ve adalet değerleri.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Grup kurallarının varsayımsal olduğunu belirtin. Normun yalnızca temsilciyi değil bütün üyeleri kapsaması, rolün ise temsilciliğe özgü beklentileri vurgulaması önemlidir.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Üç veya dört kişilik gruplar oluşturun. Değerlendirme: kavramları doğru kullanma, norm ile değeri ayırma, çözümü gerekçelendirme. Her başlık için bir puan verilebilir.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tek zorunlu çözüm değildir. Öğrenciler gerekçeli başka çözümler önerebilir. Katkı yapmama nedenini öğrenmeden kişi hakkında kesin hüküm kurmayın.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Öğrencilerden bireysel yanıt alın. Doğru yanıtlar: 1-B, 2-B. Cevapları sonraki yanıt slaytına kadar açıklamayabilirsiniz.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Doğru yanıtlar: 3-A, 4-C. Üçüncü soruda aynı statünün beklentileri vurgulanır. Öğrencilerin kelimeleri ezberlemek yerine ayırt edici özelliği bulmasını sağlayın.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Yanlış yanıt verenleri gerekçelerini açıklamaya davet edin. Benzer bir örnekle yeniden kontrol edin. Örneğin çalışan öğrencinin sınav ve vardiya çakışması rol çatışmasıdır.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Öğrencilerin dört soruyu kendi örneklerine uygulamasını sağlayın. Rol ile norm kısmen örtüşebilir. Bir davranış farklı analiz düzeylerinde farklı kavramlarla ilişkilendirilebilir.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Kaynak adları ve yılları, daha önce paylaşılan ders planından aktarılmıştır. Tan için iki farklı başlık kaydı bulunmaktadır. Tam baskı ve yayınevi bilgileri elde olmadığından eklenmemiştir. Belirli sayfalara veya doğrudan alıntılara dayandırma yapılmamıştır.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Lst>
          </p:cNvPr>
          <p:cNvSpPr>
            <a:spLocks noGrp="1"/>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anchor="ctr">
            <a:noAutofit/>
          </a:bodyPr>
          <a:lstStyle/>
          <a:p>
            <a:endParaRPr/>
          </a:p>
        </p:txBody>
      </p:sp>
      <p:sp>
        <p:nvSpPr>
          <p:cNvPr id="20" name="Freeform: Shape 19">
            <a:extLst>
              <a:ext uri="{FF2B5EF4-FFF2-40B4-BE49-F238E27FC236}">
                <a16:creationId xmlns:a16="http://schemas.microsoft.com/office/drawing/2014/main" id="{E66FD7FF-2869-7902-36B2-2B229AB9AB19}"/>
              </a:ext>
            </a:extLst>
          </p:cNvPr>
          <p:cNvSpPr>
            <a:spLocks noGrp="1"/>
          </p:cNvSpPr>
          <p:nvPr/>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horz" wrap="square" lIns="91440" tIns="45720" rIns="91440" bIns="45720" anchor="ctr">
            <a:noAutofit/>
          </a:bodyPr>
          <a:lstStyle/>
          <a:p>
            <a:pPr lvl="0">
              <a:buNone/>
            </a:pPr>
            <a:endParaRPr>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a:spLocks noGrp="1"/>
          </p:cNvSpPr>
          <p:nvPr/>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horz" wrap="square" lIns="91440" tIns="45720" rIns="91440" bIns="45720" anchor="ctr">
            <a:noAutofit/>
          </a:bodyPr>
          <a:lstStyle/>
          <a:p>
            <a:pPr lvl="0">
              <a:buNone/>
            </a:pPr>
            <a:endParaRPr>
              <a:solidFill>
                <a:schemeClr val="tx1"/>
              </a:solidFill>
            </a:endParaRPr>
          </a:p>
        </p:txBody>
      </p:sp>
      <p:sp>
        <p:nvSpPr>
          <p:cNvPr id="2" name="Title 1">
            <a:extLst>
              <a:ext uri="{FF2B5EF4-FFF2-40B4-BE49-F238E27FC236}">
                <a16:creationId xmlns:a16="http://schemas.microsoft.com/office/drawing/2014/main" id="{D978CED9-79A9-41DF-B708-0CEC36EA471D}"/>
              </a:ext>
            </a:extLst>
          </p:cNvPr>
          <p:cNvSpPr>
            <a:spLocks noGrp="1"/>
          </p:cNvSpPr>
          <p:nvPr>
            <p:ph type="ctrTitle" hasCustomPrompt="1"/>
          </p:nvPr>
        </p:nvSpPr>
        <p:spPr>
          <a:xfrm>
            <a:off x="2899790" y="810227"/>
            <a:ext cx="6392421" cy="3831221"/>
          </a:xfrm>
        </p:spPr>
        <p:txBody>
          <a:bodyPr tIns="0" bIns="0" anchor="ctr">
            <a:noAutofit/>
          </a:bodyPr>
          <a:lstStyle>
            <a:lvl1pPr algn="ctr">
              <a:lnSpc>
                <a:spcPct val="100000"/>
              </a:lnSpc>
              <a:buNone/>
              <a:defRPr sz="3600"/>
            </a:lvl1pPr>
          </a:lstStyle>
          <a:p>
            <a:r>
              <a:t>Click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Freeform 7">
            <a:extLst>
              <a:ext uri="{FF2B5EF4-FFF2-40B4-BE49-F238E27FC236}">
                <a16:creationId xmlns:a16="http://schemas.microsoft.com/office/drawing/2014/main" id="{89E777D0-3240-08CE-6B6C-B33B910B8490}"/>
              </a:ext>
            </a:extLst>
          </p:cNvPr>
          <p:cNvSpPr>
            <a:spLocks noGrp="1"/>
          </p:cNvSpPr>
          <p:nvPr/>
        </p:nvSpPr>
        <p:spPr>
          <a:xfrm>
            <a:off x="6452303" y="3405019"/>
            <a:ext cx="2883156" cy="3467971"/>
          </a:xfrm>
          <a:custGeom>
            <a:avLst/>
            <a:gdLst>
              <a:gd name="T0" fmla="*/ 1198 w 1198"/>
              <a:gd name="T1" fmla="*/ 0 h 1441"/>
              <a:gd name="T2" fmla="*/ 0 w 1198"/>
              <a:gd name="T3" fmla="*/ 1441 h 1441"/>
              <a:gd name="T4" fmla="*/ 1198 w 1198"/>
              <a:gd name="T5" fmla="*/ 1441 h 1441"/>
              <a:gd name="T6" fmla="*/ 1198 w 1198"/>
              <a:gd name="T7" fmla="*/ 0 h 1441"/>
            </a:gdLst>
            <a:ahLst/>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anchor="t">
            <a:noAutofit/>
          </a:bodyPr>
          <a:lstStyle/>
          <a:p>
            <a:endParaRPr/>
          </a:p>
        </p:txBody>
      </p:sp>
      <p:sp>
        <p:nvSpPr>
          <p:cNvPr id="8" name="Freeform 6">
            <a:extLst>
              <a:ext uri="{FF2B5EF4-FFF2-40B4-BE49-F238E27FC236}">
                <a16:creationId xmlns:a16="http://schemas.microsoft.com/office/drawing/2014/main" id="{EFEA81A2-6893-518C-6AF3-37C987789C86}"/>
              </a:ext>
            </a:extLst>
          </p:cNvPr>
          <p:cNvSpPr>
            <a:spLocks noGrp="1"/>
          </p:cNvSpPr>
          <p:nvPr/>
        </p:nvSpPr>
        <p:spPr>
          <a:xfrm>
            <a:off x="9318471" y="3405019"/>
            <a:ext cx="2873528" cy="3467971"/>
          </a:xfrm>
          <a:custGeom>
            <a:avLst/>
            <a:gdLst>
              <a:gd name="T0" fmla="*/ 0 w 1194"/>
              <a:gd name="T1" fmla="*/ 0 h 1441"/>
              <a:gd name="T2" fmla="*/ 1194 w 1194"/>
              <a:gd name="T3" fmla="*/ 1441 h 1441"/>
              <a:gd name="T4" fmla="*/ 0 w 1194"/>
              <a:gd name="T5" fmla="*/ 1441 h 1441"/>
              <a:gd name="T6" fmla="*/ 0 w 1194"/>
              <a:gd name="T7" fmla="*/ 0 h 1441"/>
            </a:gdLst>
            <a:ahLst/>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anchor="t">
            <a:noAutofit/>
          </a:bodyPr>
          <a:lstStyle/>
          <a:p>
            <a:endParaRPr/>
          </a:p>
        </p:txBody>
      </p:sp>
      <p:sp>
        <p:nvSpPr>
          <p:cNvPr id="10" name="Freeform 7">
            <a:extLst>
              <a:ext uri="{FF2B5EF4-FFF2-40B4-BE49-F238E27FC236}">
                <a16:creationId xmlns:a16="http://schemas.microsoft.com/office/drawing/2014/main" id="{CE4FDB43-7466-4B74-330E-836DA9504C90}"/>
              </a:ext>
            </a:extLst>
          </p:cNvPr>
          <p:cNvSpPr>
            <a:spLocks noGrp="1"/>
          </p:cNvSpPr>
          <p:nvPr/>
        </p:nvSpPr>
        <p:spPr>
          <a:xfrm flipH="1" flipV="1">
            <a:off x="-1832958" y="-4287624"/>
            <a:ext cx="2883156" cy="3467971"/>
          </a:xfrm>
          <a:custGeom>
            <a:avLst/>
            <a:gdLst>
              <a:gd name="T0" fmla="*/ 1198 w 1198"/>
              <a:gd name="T1" fmla="*/ 0 h 1441"/>
              <a:gd name="T2" fmla="*/ 0 w 1198"/>
              <a:gd name="T3" fmla="*/ 1441 h 1441"/>
              <a:gd name="T4" fmla="*/ 1198 w 1198"/>
              <a:gd name="T5" fmla="*/ 1441 h 1441"/>
              <a:gd name="T6" fmla="*/ 1198 w 1198"/>
              <a:gd name="T7" fmla="*/ 0 h 1441"/>
            </a:gdLst>
            <a:ahLst/>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anchor="t">
            <a:noAutofit/>
          </a:bodyPr>
          <a:lstStyle/>
          <a:p>
            <a:endParaRPr/>
          </a:p>
        </p:txBody>
      </p:sp>
      <p:sp>
        <p:nvSpPr>
          <p:cNvPr id="11" name="Freeform 6">
            <a:extLst>
              <a:ext uri="{FF2B5EF4-FFF2-40B4-BE49-F238E27FC236}">
                <a16:creationId xmlns:a16="http://schemas.microsoft.com/office/drawing/2014/main" id="{2EA39DB9-F1B4-F4E9-CF4D-717B0CD747DA}"/>
              </a:ext>
            </a:extLst>
          </p:cNvPr>
          <p:cNvSpPr>
            <a:spLocks noGrp="1"/>
          </p:cNvSpPr>
          <p:nvPr/>
        </p:nvSpPr>
        <p:spPr>
          <a:xfrm flipH="1" flipV="1">
            <a:off x="-4699126" y="-4287624"/>
            <a:ext cx="2873529" cy="3467971"/>
          </a:xfrm>
          <a:custGeom>
            <a:avLst/>
            <a:gdLst>
              <a:gd name="T0" fmla="*/ 0 w 1194"/>
              <a:gd name="T1" fmla="*/ 0 h 1441"/>
              <a:gd name="T2" fmla="*/ 1194 w 1194"/>
              <a:gd name="T3" fmla="*/ 1441 h 1441"/>
              <a:gd name="T4" fmla="*/ 0 w 1194"/>
              <a:gd name="T5" fmla="*/ 1441 h 1441"/>
              <a:gd name="T6" fmla="*/ 0 w 1194"/>
              <a:gd name="T7" fmla="*/ 0 h 1441"/>
            </a:gdLst>
            <a:ahLst/>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anchor="t">
            <a:noAutofit/>
          </a:bodyPr>
          <a:lstStyle/>
          <a:p>
            <a:endParaRPr/>
          </a:p>
        </p:txBody>
      </p:sp>
      <p:sp>
        <p:nvSpPr>
          <p:cNvPr id="14" name="Image 2">
            <a:extLst>
              <a:ext uri="{FF2B5EF4-FFF2-40B4-BE49-F238E27FC236}">
                <a16:creationId xmlns:a16="http://schemas.microsoft.com/office/drawing/2014/main" id="{EFFAEAD9-58A9-096B-C6D0-58F7AD08EB20}"/>
              </a:ext>
            </a:extLst>
          </p:cNvPr>
          <p:cNvSpPr>
            <a:spLocks noGrp="1"/>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anchor="ctr">
            <a:noAutofit/>
          </a:bodyPr>
          <a:lstStyle/>
          <a:p>
            <a:endParaRPr/>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buNone/>
              <a:defRPr sz="3600"/>
            </a:lvl1pPr>
          </a:lstStyle>
          <a:p>
            <a:r>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buNone/>
              <a:defRPr sz="2000"/>
            </a:lvl2pPr>
            <a:lvl3pPr marL="685800">
              <a:lnSpc>
                <a:spcPct val="150000"/>
              </a:lnSpc>
              <a:spcBef>
                <a:spcPts val="0"/>
              </a:spcBef>
              <a:buNone/>
              <a:defRPr sz="1800"/>
            </a:lvl3pPr>
          </a:lstStyle>
          <a:p>
            <a:pPr lvl="0">
              <a:buNone/>
            </a:pPr>
            <a:r>
              <a:t>Click to add text</a:t>
            </a:r>
          </a:p>
          <a:p>
            <a:pPr lvl="1">
              <a:buNone/>
            </a:pPr>
            <a:r>
              <a:t>Second level</a:t>
            </a:r>
          </a:p>
          <a:p>
            <a:pPr lvl="2">
              <a:buNone/>
            </a:pPr>
            <a:r>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idx="10"/>
          </p:nvPr>
        </p:nvSpPr>
        <p:spPr>
          <a:xfrm>
            <a:off x="10358437" y="457199"/>
            <a:ext cx="1067589" cy="471489"/>
          </a:xfrm>
        </p:spPr>
        <p:txBody>
          <a:bodyPr/>
          <a:lstStyle>
            <a:lvl1pPr>
              <a:buNone/>
              <a:defRPr sz="1600">
                <a:latin typeface="+mj-lt"/>
                <a:ea typeface="+mj-lt"/>
                <a:cs typeface="+mj-lt"/>
              </a:defRPr>
            </a:lvl1pPr>
          </a:lstStyle>
          <a:p>
            <a:fld id="{48F63A3B-78C7-47BE-AE5E-E10140E04643}"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Lst>
          </p:cNvPr>
          <p:cNvSpPr>
            <a:spLocks noGrp="1"/>
          </p:cNvSpPr>
          <p:nvPr/>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buNone/>
            </a:pPr>
            <a:endParaRPr sz="450"/>
          </a:p>
        </p:txBody>
      </p:sp>
      <p:sp>
        <p:nvSpPr>
          <p:cNvPr id="6" name="Rectangle 5">
            <a:extLst>
              <a:ext uri="{FF2B5EF4-FFF2-40B4-BE49-F238E27FC236}">
                <a16:creationId xmlns:a16="http://schemas.microsoft.com/office/drawing/2014/main" id="{11710CE8-8A83-C0D3-623E-AFCC6C6A2930}"/>
              </a:ext>
            </a:extLst>
          </p:cNvPr>
          <p:cNvSpPr>
            <a:spLocks noGrp="1"/>
          </p:cNvSpPr>
          <p:nvPr/>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1600"/>
          </a:p>
        </p:txBody>
      </p:sp>
      <p:sp>
        <p:nvSpPr>
          <p:cNvPr id="12" name="Freeform: Shape 28">
            <a:extLst>
              <a:ext uri="{FF2B5EF4-FFF2-40B4-BE49-F238E27FC236}">
                <a16:creationId xmlns:a16="http://schemas.microsoft.com/office/drawing/2014/main" id="{D9DB7C23-E0CF-A75F-BFFD-4E7679AF4AD5}"/>
              </a:ext>
            </a:extLst>
          </p:cNvPr>
          <p:cNvSpPr>
            <a:spLocks noGrp="1"/>
          </p:cNvSpPr>
          <p:nvPr/>
        </p:nvSpPr>
        <p:spPr>
          <a:xfrm flipH="1">
            <a:off x="935355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anchor="t">
            <a:noAutofit/>
          </a:bodyPr>
          <a:lstStyle/>
          <a:p>
            <a:pPr lvl="0">
              <a:buNone/>
            </a:pPr>
            <a:endParaRPr/>
          </a:p>
        </p:txBody>
      </p:sp>
      <p:sp>
        <p:nvSpPr>
          <p:cNvPr id="15" name="Freeform: Shape 15">
            <a:extLst>
              <a:ext uri="{FF2B5EF4-FFF2-40B4-BE49-F238E27FC236}">
                <a16:creationId xmlns:a16="http://schemas.microsoft.com/office/drawing/2014/main" id="{4D62A0CC-A0CE-403A-A167-27225B2C6083}"/>
              </a:ext>
            </a:extLst>
          </p:cNvPr>
          <p:cNvSpPr>
            <a:spLocks noGrp="1"/>
          </p:cNvSpPr>
          <p:nvPr/>
        </p:nvSpPr>
        <p:spPr>
          <a:xfrm flipH="1">
            <a:off x="9353549"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anchor="t">
            <a:noAutofit/>
          </a:bodyPr>
          <a:lstStyle/>
          <a:p>
            <a:pPr lvl="0">
              <a:buNone/>
            </a:pPr>
            <a:endParaRPr>
              <a:solidFill>
                <a:schemeClr val="tx1"/>
              </a:solidFill>
            </a:endParaRPr>
          </a:p>
        </p:txBody>
      </p:sp>
      <p:sp>
        <p:nvSpPr>
          <p:cNvPr id="16" name="Image 2">
            <a:extLst>
              <a:ext uri="{FF2B5EF4-FFF2-40B4-BE49-F238E27FC236}">
                <a16:creationId xmlns:a16="http://schemas.microsoft.com/office/drawing/2014/main" id="{F8AD83DA-A293-6D56-F606-7C98C403A3F7}"/>
              </a:ext>
            </a:extLst>
          </p:cNvPr>
          <p:cNvSpPr>
            <a:spLocks noGrp="1"/>
          </p:cNvSpPr>
          <p:nvPr/>
        </p:nvSpPr>
        <p:spPr>
          <a:xfrm flipH="1">
            <a:off x="7895218"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anchor="ctr"/>
          <a:lstStyle/>
          <a:p>
            <a:endParaRPr/>
          </a:p>
        </p:txBody>
      </p:sp>
      <p:sp>
        <p:nvSpPr>
          <p:cNvPr id="2" name="Title 1">
            <a:extLst>
              <a:ext uri="{FF2B5EF4-FFF2-40B4-BE49-F238E27FC236}">
                <a16:creationId xmlns:a16="http://schemas.microsoft.com/office/drawing/2014/main" id="{93D68336-4A3F-4D4F-8318-E73752A4EEA7}"/>
              </a:ext>
            </a:extLst>
          </p:cNvPr>
          <p:cNvSpPr>
            <a:spLocks noGrp="1"/>
          </p:cNvSpPr>
          <p:nvPr>
            <p:ph type="title" hasCustomPrompt="1"/>
          </p:nvPr>
        </p:nvSpPr>
        <p:spPr>
          <a:xfrm>
            <a:off x="5702441" y="1061623"/>
            <a:ext cx="5723586" cy="4739104"/>
          </a:xfrm>
        </p:spPr>
        <p:txBody>
          <a:bodyPr tIns="0" bIns="0" anchor="ctr">
            <a:noAutofit/>
          </a:bodyPr>
          <a:lstStyle>
            <a:lvl1pPr algn="l">
              <a:lnSpc>
                <a:spcPct val="100000"/>
              </a:lnSpc>
              <a:buNone/>
              <a:defRPr sz="3600" b="1"/>
            </a:lvl1pPr>
          </a:lstStyle>
          <a:p>
            <a:r>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idx="11" hasCustomPrompt="1"/>
          </p:nvPr>
        </p:nvSpPr>
        <p:spPr>
          <a:xfrm>
            <a:off x="443345" y="0"/>
            <a:ext cx="4344695" cy="6359525"/>
          </a:xfrm>
        </p:spPr>
        <p:txBody>
          <a:bodyPr>
            <a:normAutofit/>
          </a:bodyPr>
          <a:lstStyle>
            <a:lvl1pPr marL="0" indent="0">
              <a:buNone/>
              <a:defRPr sz="1800"/>
            </a:lvl1pPr>
          </a:lstStyle>
          <a:p>
            <a:pPr lvl="0">
              <a:buNone/>
            </a:pPr>
            <a:r>
              <a:t>Click to add picture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Lst>
          </p:cNvPr>
          <p:cNvSpPr>
            <a:spLocks noGrp="1"/>
          </p:cNvSpPr>
          <p:nvPr/>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buNone/>
            </a:pPr>
            <a:endParaRPr sz="450"/>
          </a:p>
        </p:txBody>
      </p:sp>
      <p:sp>
        <p:nvSpPr>
          <p:cNvPr id="22" name="Rectangle 21">
            <a:extLst>
              <a:ext uri="{FF2B5EF4-FFF2-40B4-BE49-F238E27FC236}">
                <a16:creationId xmlns:a16="http://schemas.microsoft.com/office/drawing/2014/main" id="{5D7B4F11-E150-473B-98F5-6E6AC9646863}"/>
              </a:ext>
            </a:extLst>
          </p:cNvPr>
          <p:cNvSpPr>
            <a:spLocks noGrp="1"/>
          </p:cNvSpPr>
          <p:nvPr/>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1600"/>
          </a:p>
        </p:txBody>
      </p:sp>
      <p:sp>
        <p:nvSpPr>
          <p:cNvPr id="36" name="Freeform 35">
            <a:extLst>
              <a:ext uri="{FF2B5EF4-FFF2-40B4-BE49-F238E27FC236}">
                <a16:creationId xmlns:a16="http://schemas.microsoft.com/office/drawing/2014/main" id="{A8E2FA61-C047-21BB-AA50-F84AD7685498}"/>
              </a:ext>
            </a:extLst>
          </p:cNvPr>
          <p:cNvSpPr>
            <a:spLocks noGrp="1"/>
          </p:cNvSpPr>
          <p:nvPr/>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anchor="t">
            <a:noAutofit/>
          </a:bodyPr>
          <a:lstStyle/>
          <a:p>
            <a:pPr lvl="0">
              <a:buNone/>
            </a:pPr>
            <a:endParaRPr>
              <a:solidFill>
                <a:schemeClr val="tx1"/>
              </a:solidFill>
            </a:endParaRPr>
          </a:p>
        </p:txBody>
      </p:sp>
      <p:sp>
        <p:nvSpPr>
          <p:cNvPr id="33" name="Freeform 32">
            <a:extLst>
              <a:ext uri="{FF2B5EF4-FFF2-40B4-BE49-F238E27FC236}">
                <a16:creationId xmlns:a16="http://schemas.microsoft.com/office/drawing/2014/main" id="{1A2791BA-760E-9FA5-8743-D0B699FC9835}"/>
              </a:ext>
            </a:extLst>
          </p:cNvPr>
          <p:cNvSpPr>
            <a:spLocks noGrp="1"/>
          </p:cNvSpPr>
          <p:nvPr/>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lvl="0" algn="ctr">
              <a:buNone/>
            </a:pPr>
            <a:endParaRPr/>
          </a:p>
        </p:txBody>
      </p:sp>
      <p:sp>
        <p:nvSpPr>
          <p:cNvPr id="4" name="Title 1">
            <a:extLst>
              <a:ext uri="{FF2B5EF4-FFF2-40B4-BE49-F238E27FC236}">
                <a16:creationId xmlns:a16="http://schemas.microsoft.com/office/drawing/2014/main" id="{8D6A03F2-8C7B-D33B-0E8F-24D4800D5C01}"/>
              </a:ext>
            </a:extLst>
          </p:cNvPr>
          <p:cNvSpPr>
            <a:spLocks noGrp="1"/>
          </p:cNvSpPr>
          <p:nvPr>
            <p:ph type="title" hasCustomPrompt="1"/>
          </p:nvPr>
        </p:nvSpPr>
        <p:spPr>
          <a:xfrm>
            <a:off x="914400" y="1057275"/>
            <a:ext cx="5259554" cy="2495028"/>
          </a:xfrm>
        </p:spPr>
        <p:txBody>
          <a:bodyPr tIns="0" bIns="0">
            <a:noAutofit/>
          </a:bodyPr>
          <a:lstStyle>
            <a:lvl1pPr algn="l">
              <a:lnSpc>
                <a:spcPct val="100000"/>
              </a:lnSpc>
              <a:buNone/>
              <a:defRPr sz="3600"/>
            </a:lvl1pPr>
          </a:lstStyle>
          <a:p>
            <a:r>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buNone/>
              <a:defRPr sz="2400"/>
            </a:lvl2pPr>
            <a:lvl3pPr marL="685800">
              <a:lnSpc>
                <a:spcPct val="100000"/>
              </a:lnSpc>
              <a:spcBef>
                <a:spcPts val="0"/>
              </a:spcBef>
              <a:buNone/>
              <a:defRPr sz="2400"/>
            </a:lvl3pPr>
          </a:lstStyle>
          <a:p>
            <a:pPr lvl="0">
              <a:buNone/>
            </a:pPr>
            <a:r>
              <a:t>Click to add text</a:t>
            </a:r>
          </a:p>
          <a:p>
            <a:pPr lvl="1">
              <a:buNone/>
            </a:pPr>
            <a:r>
              <a:t>Second level</a:t>
            </a:r>
          </a:p>
          <a:p>
            <a:pPr lvl="2">
              <a:buNone/>
            </a:pPr>
            <a:r>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idx="11" hasCustomPrompt="1"/>
          </p:nvPr>
        </p:nvSpPr>
        <p:spPr>
          <a:xfrm>
            <a:off x="7414194" y="410780"/>
            <a:ext cx="4344695" cy="6447220"/>
          </a:xfrm>
          <a:prstGeom prst="rect">
            <a:avLst/>
          </a:prstGeom>
          <a:solidFill>
            <a:schemeClr val="accent3"/>
          </a:solidFill>
        </p:spPr>
        <p:txBody>
          <a:bodyPr>
            <a:normAutofit/>
          </a:bodyPr>
          <a:lstStyle>
            <a:lvl1pPr marL="0" indent="0">
              <a:buNone/>
              <a:defRPr sz="1800"/>
            </a:lvl1pPr>
          </a:lstStyle>
          <a:p>
            <a:pPr lvl="0">
              <a:buNone/>
            </a:pPr>
            <a:r>
              <a:t>Click to add picture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Lst>
          </p:cNvPr>
          <p:cNvSpPr>
            <a:spLocks noGrp="1"/>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anchor="ctr">
            <a:noAutofit/>
          </a:bodyPr>
          <a:lstStyle/>
          <a:p>
            <a:endParaRPr/>
          </a:p>
        </p:txBody>
      </p:sp>
      <p:sp>
        <p:nvSpPr>
          <p:cNvPr id="53" name="Freeform: Shape 52">
            <a:extLst>
              <a:ext uri="{FF2B5EF4-FFF2-40B4-BE49-F238E27FC236}">
                <a16:creationId xmlns:a16="http://schemas.microsoft.com/office/drawing/2014/main" id="{70F595E1-C910-3710-90E9-AF5FFCE05861}"/>
              </a:ext>
            </a:extLst>
          </p:cNvPr>
          <p:cNvSpPr>
            <a:spLocks noGrp="1"/>
          </p:cNvSpPr>
          <p:nvPr/>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anchor="ctr">
            <a:noAutofit/>
          </a:bodyPr>
          <a:lstStyle/>
          <a:p>
            <a:endParaRPr/>
          </a:p>
        </p:txBody>
      </p:sp>
      <p:sp>
        <p:nvSpPr>
          <p:cNvPr id="29" name="Freeform 70">
            <a:extLst>
              <a:ext uri="{FF2B5EF4-FFF2-40B4-BE49-F238E27FC236}">
                <a16:creationId xmlns:a16="http://schemas.microsoft.com/office/drawing/2014/main" id="{AA39EF58-54F1-4AC9-1D83-2E7DEEAAEA6A}"/>
              </a:ext>
            </a:extLst>
          </p:cNvPr>
          <p:cNvSpPr>
            <a:spLocks noGrp="1"/>
          </p:cNvSpPr>
          <p:nvPr/>
        </p:nvSpPr>
        <p:spPr>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anchor="t">
            <a:noAutofit/>
          </a:bodyPr>
          <a:lstStyle/>
          <a:p>
            <a:endParaRPr/>
          </a:p>
        </p:txBody>
      </p:sp>
      <p:sp>
        <p:nvSpPr>
          <p:cNvPr id="31" name="Freeform 70">
            <a:extLst>
              <a:ext uri="{FF2B5EF4-FFF2-40B4-BE49-F238E27FC236}">
                <a16:creationId xmlns:a16="http://schemas.microsoft.com/office/drawing/2014/main" id="{0C320934-59CC-4123-C7C1-FEEE89F3045F}"/>
              </a:ext>
            </a:extLst>
          </p:cNvPr>
          <p:cNvSpPr>
            <a:spLocks noGrp="1"/>
          </p:cNvSpPr>
          <p:nvPr/>
        </p:nvSpPr>
        <p:spPr>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anchor="t">
            <a:noAutofit/>
          </a:bodyPr>
          <a:lstStyle/>
          <a:p>
            <a:endParaRPr/>
          </a:p>
        </p:txBody>
      </p:sp>
      <p:sp>
        <p:nvSpPr>
          <p:cNvPr id="33" name="Image 4">
            <a:extLst>
              <a:ext uri="{FF2B5EF4-FFF2-40B4-BE49-F238E27FC236}">
                <a16:creationId xmlns:a16="http://schemas.microsoft.com/office/drawing/2014/main" id="{EC46DC71-C12A-96C8-3FE2-AA95AB58B349}"/>
              </a:ext>
            </a:extLst>
          </p:cNvPr>
          <p:cNvSpPr>
            <a:spLocks noGrp="1"/>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anchor="ctr">
            <a:noAutofit/>
          </a:bodyPr>
          <a:lstStyle/>
          <a:p>
            <a:endParaRPr/>
          </a:p>
        </p:txBody>
      </p:sp>
      <p:sp>
        <p:nvSpPr>
          <p:cNvPr id="2" name="Title 1">
            <a:extLst>
              <a:ext uri="{FF2B5EF4-FFF2-40B4-BE49-F238E27FC236}">
                <a16:creationId xmlns:a16="http://schemas.microsoft.com/office/drawing/2014/main" id="{D25612A8-D0EE-4C6C-9F5D-D6FA9C7E82B4}"/>
              </a:ext>
            </a:extLst>
          </p:cNvPr>
          <p:cNvSpPr>
            <a:spLocks noGrp="1"/>
          </p:cNvSpPr>
          <p:nvPr>
            <p:ph type="title" hasCustomPrompt="1"/>
          </p:nvPr>
        </p:nvSpPr>
        <p:spPr>
          <a:xfrm>
            <a:off x="3460565" y="1057274"/>
            <a:ext cx="7965461" cy="994164"/>
          </a:xfrm>
        </p:spPr>
        <p:txBody>
          <a:bodyPr lIns="91440" tIns="0" rIns="91440" bIns="0" anchor="b">
            <a:noAutofit/>
          </a:bodyPr>
          <a:lstStyle>
            <a:lvl1pPr algn="l">
              <a:lnSpc>
                <a:spcPct val="100000"/>
              </a:lnSpc>
              <a:buNone/>
              <a:defRPr sz="3600" b="1">
                <a:latin typeface="+mj-lt"/>
                <a:ea typeface="+mj-lt"/>
                <a:cs typeface="+mj-lt"/>
              </a:defRPr>
            </a:lvl1pPr>
          </a:lstStyle>
          <a:p>
            <a:r>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idx="2" hasCustomPrompt="1"/>
          </p:nvPr>
        </p:nvSpPr>
        <p:spPr>
          <a:xfrm>
            <a:off x="3460565" y="2303029"/>
            <a:ext cx="7965460" cy="3497698"/>
          </a:xfrm>
        </p:spPr>
        <p:txBody>
          <a:bodyPr lIns="91440" tIns="0" rIns="91440" bIns="0">
            <a:normAutofit/>
          </a:bodyPr>
          <a:lstStyle>
            <a:lvl1pPr>
              <a:spcBef>
                <a:spcPts val="1000"/>
              </a:spcBef>
              <a:buNone/>
              <a:defRPr sz="1800"/>
            </a:lvl1pPr>
            <a:lvl2pPr>
              <a:spcBef>
                <a:spcPts val="1000"/>
              </a:spcBef>
              <a:buNone/>
              <a:defRPr sz="1800"/>
            </a:lvl2pPr>
            <a:lvl3pPr>
              <a:spcBef>
                <a:spcPts val="1000"/>
              </a:spcBef>
              <a:buNone/>
              <a:defRPr sz="1800"/>
            </a:lvl3pPr>
            <a:lvl4pPr>
              <a:spcBef>
                <a:spcPts val="1000"/>
              </a:spcBef>
              <a:buNone/>
              <a:defRPr sz="1800"/>
            </a:lvl4pPr>
            <a:lvl5pPr>
              <a:spcBef>
                <a:spcPts val="1000"/>
              </a:spcBef>
              <a:buNone/>
              <a:defRPr sz="1800"/>
            </a:lvl5pPr>
          </a:lstStyle>
          <a:p>
            <a:pPr lvl="0">
              <a:buNone/>
            </a:pPr>
            <a:r>
              <a:t>Click to add text</a:t>
            </a:r>
          </a:p>
          <a:p>
            <a:pPr lvl="1">
              <a:buNone/>
            </a:pPr>
            <a:r>
              <a:t>Second level</a:t>
            </a:r>
          </a:p>
          <a:p>
            <a:pPr lvl="2">
              <a:buNone/>
            </a:pPr>
            <a:r>
              <a:t>Third level</a:t>
            </a:r>
          </a:p>
          <a:p>
            <a:pPr lvl="3">
              <a:buNone/>
            </a:pPr>
            <a:r>
              <a:t>Fourth level</a:t>
            </a:r>
          </a:p>
          <a:p>
            <a:pPr lvl="4">
              <a:buNone/>
            </a:pPr>
            <a:r>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idx="10"/>
          </p:nvPr>
        </p:nvSpPr>
        <p:spPr>
          <a:xfrm>
            <a:off x="10358437" y="457199"/>
            <a:ext cx="1067589" cy="471489"/>
          </a:xfrm>
        </p:spPr>
        <p:txBody>
          <a:bodyPr/>
          <a:lstStyle>
            <a:lvl1pPr>
              <a:buNone/>
              <a:defRPr sz="1600">
                <a:latin typeface="+mj-lt"/>
                <a:ea typeface="+mj-lt"/>
                <a:cs typeface="+mj-lt"/>
              </a:defRPr>
            </a:lvl1pPr>
          </a:lstStyle>
          <a:p>
            <a:fld id="{48F63A3B-78C7-47BE-AE5E-E10140E04643}"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buNone/>
              <a:defRPr sz="3600"/>
            </a:lvl1pPr>
          </a:lstStyle>
          <a:p>
            <a:r>
              <a:t>Click to add title</a:t>
            </a:r>
          </a:p>
        </p:txBody>
      </p:sp>
      <p:sp>
        <p:nvSpPr>
          <p:cNvPr id="11" name="Image 0">
            <a:extLst>
              <a:ext uri="{FF2B5EF4-FFF2-40B4-BE49-F238E27FC236}">
                <a16:creationId xmlns:a16="http://schemas.microsoft.com/office/drawing/2014/main" id="{CD2D664E-6702-6607-A37E-2E996144917C}"/>
              </a:ext>
            </a:extLst>
          </p:cNvPr>
          <p:cNvSpPr>
            <a:spLocks noGrp="1"/>
          </p:cNvSpPr>
          <p:nvPr/>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anchor="ctr">
            <a:noAutofit/>
          </a:bodyPr>
          <a:lstStyle/>
          <a:p>
            <a:endParaRPr/>
          </a:p>
        </p:txBody>
      </p:sp>
      <p:pic>
        <p:nvPicPr>
          <p:cNvPr id="13" name="Image 1">
            <a:extLst>
              <a:ext uri="{FF2B5EF4-FFF2-40B4-BE49-F238E27FC236}">
                <a16:creationId xmlns:a16="http://schemas.microsoft.com/office/drawing/2014/main" id="{3337737A-9248-48FF-83F6-1AACD18AD0C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a:spLocks noGrp="1"/>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anchor="ctr"/>
          <a:lstStyle/>
          <a:p>
            <a:endParaRPr/>
          </a:p>
        </p:txBody>
      </p:sp>
      <p:sp>
        <p:nvSpPr>
          <p:cNvPr id="17" name="Image 5">
            <a:extLst>
              <a:ext uri="{FF2B5EF4-FFF2-40B4-BE49-F238E27FC236}">
                <a16:creationId xmlns:a16="http://schemas.microsoft.com/office/drawing/2014/main" id="{B9036D42-A06F-E6EE-BB91-8BAF045198BE}"/>
              </a:ext>
            </a:extLst>
          </p:cNvPr>
          <p:cNvSpPr>
            <a:spLocks noGrp="1"/>
          </p:cNvSpPr>
          <p:nvPr/>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anchor="ctr">
            <a:noAutofit/>
          </a:bodyPr>
          <a:lstStyle/>
          <a:p>
            <a:endParaRPr/>
          </a:p>
        </p:txBody>
      </p:sp>
      <p:pic>
        <p:nvPicPr>
          <p:cNvPr id="19" name="Image 6">
            <a:extLst>
              <a:ext uri="{FF2B5EF4-FFF2-40B4-BE49-F238E27FC236}">
                <a16:creationId xmlns:a16="http://schemas.microsoft.com/office/drawing/2014/main" id="{12FF00CC-9E90-4FC5-978D-FD10F180406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idx="10"/>
          </p:nvPr>
        </p:nvSpPr>
        <p:spPr>
          <a:xfrm>
            <a:off x="10438475" y="457199"/>
            <a:ext cx="987552" cy="471489"/>
          </a:xfrm>
        </p:spPr>
        <p:txBody>
          <a:bodyPr/>
          <a:lstStyle>
            <a:lvl1pPr>
              <a:buNone/>
              <a:defRPr sz="1600">
                <a:latin typeface="+mj-lt"/>
                <a:ea typeface="+mj-lt"/>
                <a:cs typeface="+mj-lt"/>
              </a:defRPr>
            </a:lvl1pPr>
          </a:lstStyle>
          <a:p>
            <a:fld id="{48F63A3B-78C7-47BE-AE5E-E10140E04643}" type="slidenum">
              <a:t>‹#›</a:t>
            </a:fld>
            <a:endParaRPr/>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buNone/>
              <a:defRPr sz="2400"/>
            </a:lvl2pPr>
            <a:lvl3pPr marL="685800">
              <a:lnSpc>
                <a:spcPct val="100000"/>
              </a:lnSpc>
              <a:spcBef>
                <a:spcPts val="0"/>
              </a:spcBef>
              <a:buNone/>
              <a:defRPr sz="2400"/>
            </a:lvl3pPr>
          </a:lstStyle>
          <a:p>
            <a:pPr lvl="0">
              <a:buNone/>
            </a:pPr>
            <a:r>
              <a:t>Click to add text</a:t>
            </a:r>
          </a:p>
          <a:p>
            <a:pPr lvl="1">
              <a:buNone/>
            </a:pPr>
            <a:r>
              <a:t>Second level</a:t>
            </a:r>
          </a:p>
          <a:p>
            <a:pPr lvl="2">
              <a:buNone/>
            </a:pPr>
            <a:r>
              <a:t>Third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Lst>
          </p:cNvPr>
          <p:cNvSpPr>
            <a:spLocks noGrp="1"/>
          </p:cNvSpPr>
          <p:nvPr/>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anchor="t">
            <a:noAutofit/>
          </a:bodyPr>
          <a:lstStyle/>
          <a:p>
            <a:pPr lvl="0">
              <a:buNone/>
            </a:pPr>
            <a:endParaRPr>
              <a:solidFill>
                <a:schemeClr val="tx1"/>
              </a:solidFill>
            </a:endParaRPr>
          </a:p>
        </p:txBody>
      </p:sp>
      <p:sp>
        <p:nvSpPr>
          <p:cNvPr id="18" name="Freeform 17">
            <a:extLst>
              <a:ext uri="{FF2B5EF4-FFF2-40B4-BE49-F238E27FC236}">
                <a16:creationId xmlns:a16="http://schemas.microsoft.com/office/drawing/2014/main" id="{07871527-68A5-0A5C-F5A6-A80523BAC92F}"/>
              </a:ext>
            </a:extLst>
          </p:cNvPr>
          <p:cNvSpPr>
            <a:spLocks noGrp="1"/>
          </p:cNvSpPr>
          <p:nvPr/>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anchor="t">
            <a:noAutofit/>
          </a:bodyPr>
          <a:lstStyle/>
          <a:p>
            <a:pPr lvl="0">
              <a:buNone/>
            </a:pPr>
            <a:endParaRPr>
              <a:solidFill>
                <a:schemeClr val="tx1"/>
              </a:solidFill>
            </a:endParaRPr>
          </a:p>
        </p:txBody>
      </p:sp>
      <p:sp>
        <p:nvSpPr>
          <p:cNvPr id="14" name="Freeform 13">
            <a:extLst>
              <a:ext uri="{FF2B5EF4-FFF2-40B4-BE49-F238E27FC236}">
                <a16:creationId xmlns:a16="http://schemas.microsoft.com/office/drawing/2014/main" id="{CEB118B3-9B06-AD11-738A-7A0651F98B7E}"/>
              </a:ext>
            </a:extLst>
          </p:cNvPr>
          <p:cNvSpPr>
            <a:spLocks noGrp="1"/>
          </p:cNvSpPr>
          <p:nvPr/>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anchor="t">
            <a:noAutofit/>
          </a:bodyPr>
          <a:lstStyle/>
          <a:p>
            <a:pPr lvl="0">
              <a:buNone/>
            </a:pPr>
            <a:endParaRPr>
              <a:solidFill>
                <a:schemeClr val="tx1"/>
              </a:solidFill>
            </a:endParaRPr>
          </a:p>
        </p:txBody>
      </p:sp>
      <p:sp>
        <p:nvSpPr>
          <p:cNvPr id="16" name="Freeform 15">
            <a:extLst>
              <a:ext uri="{FF2B5EF4-FFF2-40B4-BE49-F238E27FC236}">
                <a16:creationId xmlns:a16="http://schemas.microsoft.com/office/drawing/2014/main" id="{0EA94262-504E-06F2-F383-E832C37B1250}"/>
              </a:ext>
            </a:extLst>
          </p:cNvPr>
          <p:cNvSpPr>
            <a:spLocks noGrp="1"/>
          </p:cNvSpPr>
          <p:nvPr/>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anchor="t">
            <a:noAutofit/>
          </a:bodyPr>
          <a:lstStyle/>
          <a:p>
            <a:pPr lvl="0">
              <a:buNone/>
            </a:pPr>
            <a:endParaRPr>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914399" y="834635"/>
            <a:ext cx="7796464" cy="1222385"/>
          </a:xfrm>
        </p:spPr>
        <p:txBody>
          <a:bodyPr tIns="0" bIns="0">
            <a:noAutofit/>
          </a:bodyPr>
          <a:lstStyle>
            <a:lvl1pPr algn="l">
              <a:lnSpc>
                <a:spcPct val="100000"/>
              </a:lnSpc>
              <a:buNone/>
              <a:defRPr sz="3600"/>
            </a:lvl1pPr>
          </a:lstStyle>
          <a:p>
            <a:r>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p:ph type="sldNum" idx="10"/>
          </p:nvPr>
        </p:nvSpPr>
        <p:spPr>
          <a:xfrm>
            <a:off x="10438475" y="457199"/>
            <a:ext cx="987552" cy="471489"/>
          </a:xfrm>
        </p:spPr>
        <p:txBody>
          <a:bodyPr/>
          <a:lstStyle>
            <a:lvl1pPr>
              <a:buNone/>
              <a:defRPr sz="1600">
                <a:latin typeface="+mj-lt"/>
                <a:ea typeface="+mj-lt"/>
                <a:cs typeface="+mj-lt"/>
              </a:defRPr>
            </a:lvl1pPr>
          </a:lstStyle>
          <a:p>
            <a:fld id="{48F63A3B-78C7-47BE-AE5E-E10140E04643}" type="slidenum">
              <a:t>‹#›</a:t>
            </a:fld>
            <a:endParaRPr/>
          </a:p>
        </p:txBody>
      </p:sp>
      <p:sp>
        <p:nvSpPr>
          <p:cNvPr id="23" name="Content Placeholder 3">
            <a:extLst>
              <a:ext uri="{FF2B5EF4-FFF2-40B4-BE49-F238E27FC236}">
                <a16:creationId xmlns:a16="http://schemas.microsoft.com/office/drawing/2014/main" id="{6FF02D51-6992-3FED-2A19-92E5AC564CF4}"/>
              </a:ext>
            </a:extLst>
          </p:cNvPr>
          <p:cNvSpPr>
            <a:spLocks noGrp="1"/>
          </p:cNvSpPr>
          <p:nvPr>
            <p:ph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buNone/>
              <a:defRPr sz="1800"/>
            </a:lvl2pPr>
            <a:lvl3pPr marL="283464" indent="-283464">
              <a:spcBef>
                <a:spcPts val="1000"/>
              </a:spcBef>
              <a:buNone/>
              <a:defRPr sz="1800"/>
            </a:lvl3pPr>
            <a:lvl4pPr marL="283464" indent="-283464">
              <a:spcBef>
                <a:spcPts val="1000"/>
              </a:spcBef>
              <a:buNone/>
              <a:defRPr sz="1800"/>
            </a:lvl4pPr>
            <a:lvl5pPr marL="283464" indent="-283464">
              <a:spcBef>
                <a:spcPts val="1000"/>
              </a:spcBef>
              <a:buNone/>
              <a:defRPr sz="1800"/>
            </a:lvl5pPr>
          </a:lstStyle>
          <a:p>
            <a:pPr lvl="0">
              <a:buNone/>
            </a:pPr>
            <a:r>
              <a:t>Click to add text</a:t>
            </a:r>
          </a:p>
          <a:p>
            <a:pPr lvl="1">
              <a:buNone/>
            </a:pPr>
            <a:r>
              <a:t>Second level</a:t>
            </a:r>
          </a:p>
          <a:p>
            <a:pPr lvl="2">
              <a:buNone/>
            </a:pPr>
            <a:r>
              <a:t>Third level</a:t>
            </a:r>
          </a:p>
          <a:p>
            <a:pPr lvl="3">
              <a:buNone/>
            </a:pPr>
            <a:r>
              <a:t>Fourth level</a:t>
            </a:r>
          </a:p>
          <a:p>
            <a:pPr lvl="4">
              <a:buNone/>
            </a:pPr>
            <a:r>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p:ph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buNone/>
              <a:defRPr sz="1800"/>
            </a:lvl2pPr>
            <a:lvl3pPr marL="283464" indent="-283464">
              <a:spcBef>
                <a:spcPts val="1000"/>
              </a:spcBef>
              <a:buNone/>
              <a:defRPr sz="1800"/>
            </a:lvl3pPr>
            <a:lvl4pPr marL="283464" indent="-283464">
              <a:spcBef>
                <a:spcPts val="1000"/>
              </a:spcBef>
              <a:buNone/>
              <a:defRPr sz="1800"/>
            </a:lvl4pPr>
            <a:lvl5pPr marL="283464" indent="-283464">
              <a:spcBef>
                <a:spcPts val="1000"/>
              </a:spcBef>
              <a:buNone/>
              <a:defRPr sz="1800"/>
            </a:lvl5pPr>
          </a:lstStyle>
          <a:p>
            <a:pPr lvl="0">
              <a:buNone/>
            </a:pPr>
            <a:r>
              <a:t>Click to add text</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Lst>
          </p:cNvPr>
          <p:cNvSpPr>
            <a:spLocks noGrp="1"/>
          </p:cNvSpPr>
          <p:nvPr/>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buNone/>
            </a:pPr>
            <a:endParaRPr sz="450"/>
          </a:p>
        </p:txBody>
      </p:sp>
      <p:sp>
        <p:nvSpPr>
          <p:cNvPr id="34" name="Rectangle 33">
            <a:extLst>
              <a:ext uri="{FF2B5EF4-FFF2-40B4-BE49-F238E27FC236}">
                <a16:creationId xmlns:a16="http://schemas.microsoft.com/office/drawing/2014/main" id="{30B7B4F0-D3BC-63DF-6429-F771BE5A3270}"/>
              </a:ext>
            </a:extLst>
          </p:cNvPr>
          <p:cNvSpPr>
            <a:spLocks noGrp="1"/>
          </p:cNvSpPr>
          <p:nvPr/>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buNone/>
              <a:defRPr sz="3600">
                <a:solidFill>
                  <a:schemeClr val="accent6"/>
                </a:solidFill>
              </a:defRPr>
            </a:lvl1pPr>
          </a:lstStyle>
          <a:p>
            <a:r>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buNone/>
              <a:defRPr sz="1800"/>
            </a:lvl5pPr>
          </a:lstStyle>
          <a:p>
            <a:pPr lvl="0">
              <a:buNone/>
            </a:pPr>
            <a:r>
              <a:t>Click to add text</a:t>
            </a:r>
          </a:p>
          <a:p>
            <a:pPr lvl="1">
              <a:buNone/>
            </a:pPr>
            <a:r>
              <a:t>Second level</a:t>
            </a:r>
          </a:p>
          <a:p>
            <a:pPr lvl="2">
              <a:buNone/>
            </a:pPr>
            <a:r>
              <a:t>Third level</a:t>
            </a:r>
          </a:p>
          <a:p>
            <a:pPr lvl="3">
              <a:buNone/>
            </a:pPr>
            <a:r>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buNone/>
              <a:defRPr sz="1800"/>
            </a:lvl2pPr>
            <a:lvl3pPr indent="-283464">
              <a:spcBef>
                <a:spcPts val="1000"/>
              </a:spcBef>
              <a:buNone/>
              <a:defRPr sz="1800"/>
            </a:lvl3pPr>
            <a:lvl4pPr indent="-283464">
              <a:spcBef>
                <a:spcPts val="1000"/>
              </a:spcBef>
              <a:buNone/>
              <a:defRPr sz="1800"/>
            </a:lvl4pPr>
            <a:lvl5pPr indent="-283464">
              <a:spcBef>
                <a:spcPts val="1000"/>
              </a:spcBef>
              <a:buNone/>
              <a:defRPr sz="1800"/>
            </a:lvl5pPr>
          </a:lstStyle>
          <a:p>
            <a:pPr lvl="0">
              <a:buNone/>
            </a:pPr>
            <a:r>
              <a:t>Click to add text</a:t>
            </a:r>
          </a:p>
          <a:p>
            <a:pPr lvl="1">
              <a:buNone/>
            </a:pPr>
            <a:r>
              <a:t>Second level</a:t>
            </a:r>
          </a:p>
          <a:p>
            <a:pPr lvl="2">
              <a:buNone/>
            </a:pPr>
            <a:r>
              <a:t>Third level</a:t>
            </a:r>
          </a:p>
          <a:p>
            <a:pPr lvl="3">
              <a:buNone/>
            </a:pPr>
            <a:r>
              <a:t>Fourth level</a:t>
            </a:r>
          </a:p>
          <a:p>
            <a:pPr lvl="4">
              <a:buNone/>
            </a:pPr>
            <a:r>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buNone/>
            </a:pPr>
            <a:r>
              <a:t>Click to add picture</a:t>
            </a:r>
          </a:p>
        </p:txBody>
      </p:sp>
      <p:sp>
        <p:nvSpPr>
          <p:cNvPr id="20" name="Freeform: Shape 28">
            <a:extLst>
              <a:ext uri="{FF2B5EF4-FFF2-40B4-BE49-F238E27FC236}">
                <a16:creationId xmlns:a16="http://schemas.microsoft.com/office/drawing/2014/main" id="{ED0348C7-D83F-0AD7-2539-41219A795693}"/>
              </a:ext>
            </a:extLst>
          </p:cNvPr>
          <p:cNvSpPr>
            <a:spLocks noGrp="1"/>
          </p:cNvSpPr>
          <p:nvPr/>
        </p:nvSpPr>
        <p:spPr>
          <a:xfrm rot="10800000">
            <a:off x="9353550"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anchor="t">
            <a:noAutofit/>
          </a:bodyPr>
          <a:lstStyle/>
          <a:p>
            <a:pPr lvl="0">
              <a:buNone/>
            </a:pPr>
            <a:endParaRPr/>
          </a:p>
        </p:txBody>
      </p:sp>
      <p:sp>
        <p:nvSpPr>
          <p:cNvPr id="21" name="Freeform: Shape 25">
            <a:extLst>
              <a:ext uri="{FF2B5EF4-FFF2-40B4-BE49-F238E27FC236}">
                <a16:creationId xmlns:a16="http://schemas.microsoft.com/office/drawing/2014/main" id="{E911AA2D-BE77-278D-CD2E-2EB3E180F3B8}"/>
              </a:ext>
            </a:extLst>
          </p:cNvPr>
          <p:cNvSpPr>
            <a:spLocks noGrp="1"/>
          </p:cNvSpPr>
          <p:nvPr/>
        </p:nvSpPr>
        <p:spPr>
          <a:xfrm rot="10800000">
            <a:off x="10221372"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anchor="t">
            <a:noAutofit/>
          </a:bodyPr>
          <a:lstStyle/>
          <a:p>
            <a:pPr lvl="0">
              <a:buNone/>
            </a:pPr>
            <a:endParaRPr>
              <a:solidFill>
                <a:schemeClr val="tx1"/>
              </a:solidFill>
            </a:endParaRPr>
          </a:p>
        </p:txBody>
      </p:sp>
      <p:sp>
        <p:nvSpPr>
          <p:cNvPr id="22" name="Freeform: Shape 15">
            <a:extLst>
              <a:ext uri="{FF2B5EF4-FFF2-40B4-BE49-F238E27FC236}">
                <a16:creationId xmlns:a16="http://schemas.microsoft.com/office/drawing/2014/main" id="{B6CE0BA6-C0FD-AC39-6C31-8477E0CAFDB0}"/>
              </a:ext>
            </a:extLst>
          </p:cNvPr>
          <p:cNvSpPr>
            <a:spLocks noGrp="1"/>
          </p:cNvSpPr>
          <p:nvPr/>
        </p:nvSpPr>
        <p:spPr>
          <a:xfrm rot="10800000">
            <a:off x="11188550"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anchor="t">
            <a:noAutofit/>
          </a:bodyPr>
          <a:lstStyle/>
          <a:p>
            <a:pPr lvl="0">
              <a:buNone/>
            </a:pPr>
            <a:endParaRPr>
              <a:solidFill>
                <a:schemeClr val="tx1"/>
              </a:solidFill>
            </a:endParaRPr>
          </a:p>
        </p:txBody>
      </p:sp>
      <p:sp>
        <p:nvSpPr>
          <p:cNvPr id="23" name="Image 2">
            <a:extLst>
              <a:ext uri="{FF2B5EF4-FFF2-40B4-BE49-F238E27FC236}">
                <a16:creationId xmlns:a16="http://schemas.microsoft.com/office/drawing/2014/main" id="{666AD1A4-36DE-12F3-BB78-BA678A59572C}"/>
              </a:ext>
            </a:extLst>
          </p:cNvPr>
          <p:cNvSpPr>
            <a:spLocks noGrp="1"/>
          </p:cNvSpPr>
          <p:nvPr/>
        </p:nvSpPr>
        <p:spPr>
          <a:xfrm rot="10800000">
            <a:off x="9958647"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anchor="ctr"/>
          <a:lstStyle/>
          <a:p>
            <a:endParaRPr/>
          </a:p>
        </p:txBody>
      </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idx="10"/>
          </p:nvPr>
        </p:nvSpPr>
        <p:spPr>
          <a:xfrm>
            <a:off x="10358437" y="457199"/>
            <a:ext cx="1067589" cy="471489"/>
          </a:xfrm>
        </p:spPr>
        <p:txBody>
          <a:bodyPr/>
          <a:lstStyle>
            <a:lvl1pPr>
              <a:buNone/>
              <a:defRPr sz="1600">
                <a:latin typeface="+mj-lt"/>
                <a:ea typeface="+mj-lt"/>
                <a:cs typeface="+mj-lt"/>
              </a:defRPr>
            </a:lvl1pPr>
          </a:lstStyle>
          <a:p>
            <a:fld id="{48F63A3B-78C7-47BE-AE5E-E10140E04643}"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Lst>
          </p:cNvPr>
          <p:cNvSpPr>
            <a:spLocks noGrp="1"/>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anchor="ctr">
            <a:noAutofit/>
          </a:bodyPr>
          <a:lstStyle/>
          <a:p>
            <a:endParaRPr/>
          </a:p>
        </p:txBody>
      </p:sp>
      <p:sp>
        <p:nvSpPr>
          <p:cNvPr id="26" name="Image 4">
            <a:extLst>
              <a:ext uri="{FF2B5EF4-FFF2-40B4-BE49-F238E27FC236}">
                <a16:creationId xmlns:a16="http://schemas.microsoft.com/office/drawing/2014/main" id="{9019DA73-2516-F3D2-ECDB-620C90483DB3}"/>
              </a:ext>
            </a:extLst>
          </p:cNvPr>
          <p:cNvSpPr>
            <a:spLocks noGrp="1"/>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anchor="ctr"/>
          <a:lstStyle/>
          <a:p>
            <a:endParaRPr/>
          </a:p>
        </p:txBody>
      </p:sp>
      <p:sp>
        <p:nvSpPr>
          <p:cNvPr id="14" name="Freeform 13">
            <a:extLst>
              <a:ext uri="{FF2B5EF4-FFF2-40B4-BE49-F238E27FC236}">
                <a16:creationId xmlns:a16="http://schemas.microsoft.com/office/drawing/2014/main" id="{5665DA82-D253-8EC5-5DFB-F0266ED9FBB4}"/>
              </a:ext>
            </a:extLst>
          </p:cNvPr>
          <p:cNvSpPr>
            <a:spLocks noGrp="1"/>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anchor="ctr">
            <a:noAutofit/>
          </a:bodyPr>
          <a:lstStyle/>
          <a:p>
            <a:endParaRPr/>
          </a:p>
        </p:txBody>
      </p:sp>
      <p:pic>
        <p:nvPicPr>
          <p:cNvPr id="21" name="Image 2">
            <a:extLst>
              <a:ext uri="{FF2B5EF4-FFF2-40B4-BE49-F238E27FC236}">
                <a16:creationId xmlns:a16="http://schemas.microsoft.com/office/drawing/2014/main" id="{2AA49CA7-C9F2-4FFC-B09E-BF402605C0E5}"/>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Lst>
          </p:cNvPr>
          <p:cNvSpPr>
            <a:spLocks noGrp="1"/>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anchor="ctr">
            <a:noAutofit/>
          </a:bodyPr>
          <a:lstStyle/>
          <a:p>
            <a:endParaRPr/>
          </a:p>
        </p:txBody>
      </p:sp>
      <p:sp>
        <p:nvSpPr>
          <p:cNvPr id="2" name="Title 1">
            <a:extLst>
              <a:ext uri="{FF2B5EF4-FFF2-40B4-BE49-F238E27FC236}">
                <a16:creationId xmlns:a16="http://schemas.microsoft.com/office/drawing/2014/main" id="{2FACEE0C-F2B5-4804-9CBF-F7B4F7394BD3}"/>
              </a:ext>
            </a:extLst>
          </p:cNvPr>
          <p:cNvSpPr>
            <a:spLocks noGrp="1"/>
          </p:cNvSpPr>
          <p:nvPr>
            <p:ph type="title"/>
          </p:nvPr>
        </p:nvSpPr>
        <p:spPr>
          <a:xfrm>
            <a:off x="914400" y="1057274"/>
            <a:ext cx="7843837" cy="1012782"/>
          </a:xfrm>
        </p:spPr>
        <p:txBody>
          <a:bodyPr tIns="0" bIns="0">
            <a:noAutofit/>
          </a:bodyPr>
          <a:lstStyle>
            <a:lvl1pPr algn="l">
              <a:lnSpc>
                <a:spcPct val="100000"/>
              </a:lnSpc>
              <a:buNone/>
              <a:defRPr sz="3600" b="1"/>
            </a:lvl1pPr>
          </a:lstStyle>
          <a:p>
            <a:r>
              <a:t>Click to edit Master title style</a:t>
            </a:r>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buNone/>
              <a:defRPr sz="2400"/>
            </a:lvl2pPr>
            <a:lvl3pPr marL="685800">
              <a:lnSpc>
                <a:spcPct val="100000"/>
              </a:lnSpc>
              <a:spcBef>
                <a:spcPts val="0"/>
              </a:spcBef>
              <a:buNone/>
              <a:defRPr sz="2400"/>
            </a:lvl3pPr>
          </a:lstStyle>
          <a:p>
            <a:pPr lvl="0">
              <a:buNone/>
            </a:pPr>
            <a:r>
              <a:t>Click to add text</a:t>
            </a:r>
          </a:p>
          <a:p>
            <a:pPr lvl="1">
              <a:buNone/>
            </a:pPr>
            <a:r>
              <a:t>Second level</a:t>
            </a:r>
          </a:p>
          <a:p>
            <a:pPr lvl="2">
              <a:buNone/>
            </a:pPr>
            <a:r>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idx="14"/>
          </p:nvPr>
        </p:nvSpPr>
        <p:spPr>
          <a:xfrm>
            <a:off x="8989454" y="3405189"/>
            <a:ext cx="3202546" cy="3452811"/>
          </a:xfrm>
          <a:prstGeom prst="rect">
            <a:avLst/>
          </a:prstGeom>
          <a:solidFill>
            <a:schemeClr val="accent1"/>
          </a:solidFill>
        </p:spPr>
        <p:txBody>
          <a:bodyPr>
            <a:normAutofit/>
          </a:bodyPr>
          <a:lstStyle>
            <a:lvl1pPr marL="0" indent="0">
              <a:buNone/>
              <a:defRPr sz="1800"/>
            </a:lvl1pPr>
          </a:lstStyle>
          <a:p>
            <a:r>
              <a:t>Click icon to add picture</a:t>
            </a:r>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idx="10"/>
          </p:nvPr>
        </p:nvSpPr>
        <p:spPr>
          <a:xfrm>
            <a:off x="10438475" y="457199"/>
            <a:ext cx="987552" cy="471489"/>
          </a:xfrm>
        </p:spPr>
        <p:txBody>
          <a:bodyPr/>
          <a:lstStyle>
            <a:lvl1pPr>
              <a:buNone/>
              <a:defRPr sz="1600">
                <a:latin typeface="+mj-lt"/>
                <a:ea typeface="+mj-lt"/>
                <a:cs typeface="+mj-lt"/>
              </a:defRPr>
            </a:lvl1pPr>
          </a:lstStyle>
          <a:p>
            <a:fld id="{48F63A3B-78C7-47BE-AE5E-E10140E04643}"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Lst>
          </p:cNvPr>
          <p:cNvSpPr>
            <a:spLocks noGrp="1"/>
          </p:cNvSpPr>
          <p:nvPr/>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anchor="t">
            <a:noAutofit/>
          </a:bodyPr>
          <a:lstStyle/>
          <a:p>
            <a:pPr lvl="0">
              <a:buNone/>
            </a:pPr>
            <a:endParaRPr/>
          </a:p>
        </p:txBody>
      </p:sp>
      <p:sp>
        <p:nvSpPr>
          <p:cNvPr id="10" name="Freeform 9">
            <a:extLst>
              <a:ext uri="{FF2B5EF4-FFF2-40B4-BE49-F238E27FC236}">
                <a16:creationId xmlns:a16="http://schemas.microsoft.com/office/drawing/2014/main" id="{A7DB6972-BB75-254A-BA88-C0C3E6E93BDB}"/>
              </a:ext>
            </a:extLst>
          </p:cNvPr>
          <p:cNvSpPr>
            <a:spLocks noGrp="1"/>
          </p:cNvSpPr>
          <p:nvPr/>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anchor="t">
            <a:noAutofit/>
          </a:bodyPr>
          <a:lstStyle/>
          <a:p>
            <a:pPr lvl="0">
              <a:buNone/>
            </a:pPr>
            <a:endParaRPr>
              <a:solidFill>
                <a:schemeClr val="tx1"/>
              </a:solidFill>
            </a:endParaRPr>
          </a:p>
        </p:txBody>
      </p:sp>
      <p:sp>
        <p:nvSpPr>
          <p:cNvPr id="30" name="Image 2">
            <a:extLst>
              <a:ext uri="{FF2B5EF4-FFF2-40B4-BE49-F238E27FC236}">
                <a16:creationId xmlns:a16="http://schemas.microsoft.com/office/drawing/2014/main" id="{790E862E-398F-571C-EC2C-3D17164DE059}"/>
              </a:ext>
            </a:extLst>
          </p:cNvPr>
          <p:cNvSpPr>
            <a:spLocks noGrp="1"/>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anchor="ctr"/>
          <a:lstStyle/>
          <a:p>
            <a:endParaRPr/>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buNone/>
              <a:defRPr sz="3600">
                <a:solidFill>
                  <a:schemeClr val="accent6"/>
                </a:solidFill>
              </a:defRPr>
            </a:lvl1pPr>
          </a:lstStyle>
          <a:p>
            <a:r>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idx="13" hasCustomPrompt="1"/>
          </p:nvPr>
        </p:nvSpPr>
        <p:spPr>
          <a:xfrm>
            <a:off x="1550564" y="2331958"/>
            <a:ext cx="2975217" cy="3704266"/>
          </a:xfrm>
        </p:spPr>
        <p:txBody>
          <a:bodyPr lIns="91440" tIns="0" rIns="91440" bIns="0" anchor="t">
            <a:noAutofit/>
          </a:bodyPr>
          <a:lstStyle>
            <a:lvl1pPr marL="0" indent="0">
              <a:lnSpc>
                <a:spcPct val="100000"/>
              </a:lnSpc>
              <a:spcBef>
                <a:spcPts val="0"/>
              </a:spcBef>
              <a:spcAft>
                <a:spcPts val="1200"/>
              </a:spcAft>
              <a:buFont typeface="Arial"/>
              <a:buNone/>
              <a:defRPr sz="1800"/>
            </a:lvl1pPr>
          </a:lstStyle>
          <a:p>
            <a:r>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idx="1" hasCustomPrompt="1"/>
          </p:nvPr>
        </p:nvSpPr>
        <p:spPr>
          <a:xfrm>
            <a:off x="5087154" y="2331791"/>
            <a:ext cx="6345893" cy="3721817"/>
          </a:xfrm>
        </p:spPr>
        <p:txBody>
          <a:bodyPr lIns="91440" rIns="91440">
            <a:normAutofit/>
          </a:bodyPr>
          <a:lstStyle>
            <a:lvl1pPr>
              <a:buNone/>
              <a:defRPr sz="1800"/>
            </a:lvl1pPr>
            <a:lvl2pPr>
              <a:buNone/>
              <a:defRPr sz="1800"/>
            </a:lvl2pPr>
            <a:lvl3pPr>
              <a:buNone/>
              <a:defRPr sz="1800"/>
            </a:lvl3pPr>
            <a:lvl4pPr>
              <a:buNone/>
              <a:defRPr sz="1800"/>
            </a:lvl4pPr>
            <a:lvl5pPr>
              <a:buNone/>
              <a:defRPr sz="1800"/>
            </a:lvl5pPr>
          </a:lstStyle>
          <a:p>
            <a:pPr lvl="0">
              <a:buNone/>
            </a:pPr>
            <a:r>
              <a:t>Click to add text</a:t>
            </a:r>
          </a:p>
          <a:p>
            <a:pPr lvl="1">
              <a:buNone/>
            </a:pPr>
            <a:r>
              <a:t>Second level</a:t>
            </a:r>
          </a:p>
          <a:p>
            <a:pPr lvl="2">
              <a:buNone/>
            </a:pPr>
            <a:r>
              <a:t>Third level</a:t>
            </a:r>
          </a:p>
          <a:p>
            <a:pPr lvl="3">
              <a:buNone/>
            </a:pPr>
            <a:r>
              <a:t>Fourth level</a:t>
            </a:r>
          </a:p>
          <a:p>
            <a:pPr lvl="4">
              <a:buNone/>
            </a:pPr>
            <a:r>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idx="10"/>
          </p:nvPr>
        </p:nvSpPr>
        <p:spPr>
          <a:xfrm>
            <a:off x="10358437" y="457199"/>
            <a:ext cx="1067589" cy="471489"/>
          </a:xfrm>
        </p:spPr>
        <p:txBody>
          <a:bodyPr/>
          <a:lstStyle>
            <a:lvl1pPr>
              <a:buNone/>
              <a:defRPr sz="1600">
                <a:latin typeface="+mj-lt"/>
                <a:ea typeface="+mj-lt"/>
                <a:cs typeface="+mj-lt"/>
              </a:defRPr>
            </a:lvl1pPr>
          </a:lstStyle>
          <a:p>
            <a:fld id="{48F63A3B-78C7-47BE-AE5E-E10140E04643}"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A2E00FA5-071F-48C1-89C6-C74CE4F851AC}"/>
              </a:ext>
            </a:extLst>
          </p:cNvPr>
          <p:cNvPicPr>
            <a:picLocks noChangeAspect="1"/>
          </p:cNvPicPr>
          <p:nvPr/>
        </p:nvPicPr>
        <p:blipFill>
          <a:blip r:embed="rId2">
            <a:extLst>
              <a:ext uri="{96DAC541-7B7A-43D3-8B79-37D633B846F1}">
                <asvg:svgBlip xmlns:asvg="http://schemas.microsoft.com/office/drawing/2016/SVG/main" r:embed="rId3"/>
              </a:ext>
            </a:extLst>
          </a:blip>
          <a:srcRect t="7193"/>
          <a:stretch/>
        </p:blipFill>
        <p:spPr>
          <a:xfrm>
            <a:off x="1" y="-1"/>
            <a:ext cx="443344" cy="6856025"/>
          </a:xfrm>
        </p:spPr>
      </p:pic>
      <p:sp>
        <p:nvSpPr>
          <p:cNvPr id="2" name="Title 1">
            <a:extLst>
              <a:ext uri="{FF2B5EF4-FFF2-40B4-BE49-F238E27FC236}">
                <a16:creationId xmlns:a16="http://schemas.microsoft.com/office/drawing/2014/main" id="{BA972565-CCA3-41AD-BBF2-BEC131B741DD}"/>
              </a:ext>
            </a:extLst>
          </p:cNvPr>
          <p:cNvSpPr>
            <a:spLocks noGrp="1"/>
          </p:cNvSpPr>
          <p:nvPr>
            <p:ph type="title" hasCustomPrompt="1"/>
          </p:nvPr>
        </p:nvSpPr>
        <p:spPr>
          <a:xfrm>
            <a:off x="1550564" y="1057274"/>
            <a:ext cx="9875463" cy="999746"/>
          </a:xfrm>
        </p:spPr>
        <p:txBody>
          <a:bodyPr tIns="0" bIns="0">
            <a:noAutofit/>
          </a:bodyPr>
          <a:lstStyle>
            <a:lvl1pPr algn="l">
              <a:lnSpc>
                <a:spcPct val="100000"/>
              </a:lnSpc>
              <a:buNone/>
              <a:defRPr sz="3600" b="1"/>
            </a:lvl1pPr>
          </a:lstStyle>
          <a:p>
            <a:r>
              <a:t>Click to add title</a:t>
            </a:r>
          </a:p>
        </p:txBody>
      </p:sp>
      <p:sp>
        <p:nvSpPr>
          <p:cNvPr id="49" name="Freeform 48">
            <a:extLst>
              <a:ext uri="{FF2B5EF4-FFF2-40B4-BE49-F238E27FC236}">
                <a16:creationId xmlns:a16="http://schemas.microsoft.com/office/drawing/2014/main" id="{BC3A3767-6C5E-8188-0A49-955BBACE37F0}"/>
              </a:ext>
            </a:extLst>
          </p:cNvPr>
          <p:cNvSpPr>
            <a:spLocks noGrp="1"/>
          </p:cNvSpPr>
          <p:nvPr/>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anchor="ctr">
            <a:noAutofit/>
          </a:bodyPr>
          <a:lstStyle/>
          <a:p>
            <a:endParaRPr/>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idx="2" hasCustomPrompt="1"/>
          </p:nvPr>
        </p:nvSpPr>
        <p:spPr>
          <a:xfrm>
            <a:off x="1550564" y="2303028"/>
            <a:ext cx="5829147" cy="3961593"/>
          </a:xfrm>
        </p:spPr>
        <p:txBody>
          <a:bodyPr lIns="91440" tIns="0" rIns="91440" bIns="0">
            <a:normAutofit/>
          </a:bodyPr>
          <a:lstStyle>
            <a:lvl1pPr>
              <a:spcBef>
                <a:spcPts val="1000"/>
              </a:spcBef>
              <a:buNone/>
              <a:defRPr sz="1800"/>
            </a:lvl1pPr>
            <a:lvl2pPr>
              <a:spcBef>
                <a:spcPts val="1000"/>
              </a:spcBef>
              <a:buNone/>
              <a:defRPr sz="1800"/>
            </a:lvl2pPr>
            <a:lvl3pPr>
              <a:spcBef>
                <a:spcPts val="1000"/>
              </a:spcBef>
              <a:buNone/>
              <a:defRPr sz="1800"/>
            </a:lvl3pPr>
            <a:lvl4pPr>
              <a:spcBef>
                <a:spcPts val="1000"/>
              </a:spcBef>
              <a:buNone/>
              <a:defRPr sz="1800"/>
            </a:lvl4pPr>
            <a:lvl5pPr>
              <a:spcBef>
                <a:spcPts val="1000"/>
              </a:spcBef>
              <a:buNone/>
              <a:defRPr sz="1800"/>
            </a:lvl5pPr>
          </a:lstStyle>
          <a:p>
            <a:pPr lvl="0">
              <a:buNone/>
            </a:pPr>
            <a:r>
              <a:t>Click to add text</a:t>
            </a:r>
          </a:p>
          <a:p>
            <a:pPr lvl="1">
              <a:buNone/>
            </a:pPr>
            <a:r>
              <a:t>Second level</a:t>
            </a:r>
          </a:p>
          <a:p>
            <a:pPr lvl="2">
              <a:buNone/>
            </a:pPr>
            <a:r>
              <a:t>Third level</a:t>
            </a:r>
          </a:p>
          <a:p>
            <a:pPr lvl="3">
              <a:buNone/>
            </a:pPr>
            <a:r>
              <a:t>Fourth level</a:t>
            </a:r>
          </a:p>
          <a:p>
            <a:pPr lvl="4">
              <a:buNone/>
            </a:pPr>
            <a:r>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idx="15" hasCustomPrompt="1"/>
          </p:nvPr>
        </p:nvSpPr>
        <p:spPr>
          <a:xfrm>
            <a:off x="7940842" y="2303028"/>
            <a:ext cx="3485184" cy="3961593"/>
          </a:xfrm>
        </p:spPr>
        <p:txBody>
          <a:bodyPr lIns="91440" tIns="0" rIns="91440" bIns="0">
            <a:normAutofit/>
          </a:bodyPr>
          <a:lstStyle>
            <a:lvl1pPr>
              <a:spcBef>
                <a:spcPts val="1000"/>
              </a:spcBef>
              <a:buNone/>
              <a:defRPr sz="1800"/>
            </a:lvl1pPr>
            <a:lvl2pPr>
              <a:spcBef>
                <a:spcPts val="1000"/>
              </a:spcBef>
              <a:buNone/>
              <a:defRPr sz="1800"/>
            </a:lvl2pPr>
            <a:lvl3pPr>
              <a:spcBef>
                <a:spcPts val="1000"/>
              </a:spcBef>
              <a:buNone/>
              <a:defRPr sz="1800"/>
            </a:lvl3pPr>
            <a:lvl4pPr>
              <a:spcBef>
                <a:spcPts val="1000"/>
              </a:spcBef>
              <a:buNone/>
              <a:defRPr sz="1800"/>
            </a:lvl4pPr>
            <a:lvl5pPr>
              <a:spcBef>
                <a:spcPts val="1000"/>
              </a:spcBef>
              <a:buNone/>
              <a:defRPr sz="1800"/>
            </a:lvl5pPr>
          </a:lstStyle>
          <a:p>
            <a:pPr lvl="0">
              <a:buNone/>
            </a:pPr>
            <a:r>
              <a:t>Click to add text</a:t>
            </a:r>
          </a:p>
          <a:p>
            <a:pPr lvl="1">
              <a:buNone/>
            </a:pPr>
            <a:r>
              <a:t>Second level</a:t>
            </a:r>
          </a:p>
          <a:p>
            <a:pPr lvl="2">
              <a:buNone/>
            </a:pPr>
            <a:r>
              <a:t>Third level</a:t>
            </a:r>
          </a:p>
          <a:p>
            <a:pPr lvl="3">
              <a:buNone/>
            </a:pPr>
            <a:r>
              <a:t>Fourth level</a:t>
            </a:r>
          </a:p>
          <a:p>
            <a:pPr lvl="4">
              <a:buNone/>
            </a:pPr>
            <a:r>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idx="10"/>
          </p:nvPr>
        </p:nvSpPr>
        <p:spPr>
          <a:xfrm>
            <a:off x="10438475" y="457199"/>
            <a:ext cx="987552" cy="471489"/>
          </a:xfrm>
        </p:spPr>
        <p:txBody>
          <a:bodyPr/>
          <a:lstStyle>
            <a:lvl1pPr>
              <a:buNone/>
              <a:defRPr sz="1600">
                <a:latin typeface="+mj-lt"/>
                <a:ea typeface="+mj-lt"/>
                <a:cs typeface="+mj-lt"/>
              </a:defRPr>
            </a:lvl1pPr>
          </a:lstStyle>
          <a:p>
            <a:fld id="{48F63A3B-78C7-47BE-AE5E-E10140E04643}" type="slidenum">
              <a:t>‹#›</a:t>
            </a:fld>
            <a:endParaRPr/>
          </a:p>
        </p:txBody>
      </p:sp>
      <p:pic>
        <p:nvPicPr>
          <p:cNvPr id="43" name="Graphic 42">
            <a:extLst>
              <a:ext uri="{FF2B5EF4-FFF2-40B4-BE49-F238E27FC236}">
                <a16:creationId xmlns:a16="http://schemas.microsoft.com/office/drawing/2014/main" id="{F2009CCD-9583-4290-BEF8-532EE91CB919}"/>
              </a:ext>
            </a:extLst>
          </p:cNvPr>
          <p:cNvPicPr>
            <a:picLocks noChangeAspect="1"/>
          </p:cNvPicPr>
          <p:nvPr/>
        </p:nvPicPr>
        <p:blipFill>
          <a:blip r:embed="rId2">
            <a:extLst>
              <a:ext uri="{96DAC541-7B7A-43D3-8B79-37D633B846F1}">
                <asvg:svgBlip xmlns:asvg="http://schemas.microsoft.com/office/drawing/2016/SVG/main" r:embed="rId3"/>
              </a:ext>
            </a:extLst>
          </a:blip>
          <a:srcRect t="7193"/>
          <a:stretch/>
        </p:blipFill>
        <p:spPr>
          <a:xfrm rot="5400000">
            <a:off x="6072641" y="-5676015"/>
            <a:ext cx="443344" cy="11795374"/>
          </a:xfrm>
        </p:spPr>
      </p:pic>
      <p:pic>
        <p:nvPicPr>
          <p:cNvPr id="54" name="Graphic 53">
            <a:extLst>
              <a:ext uri="{FF2B5EF4-FFF2-40B4-BE49-F238E27FC236}">
                <a16:creationId xmlns:a16="http://schemas.microsoft.com/office/drawing/2014/main" id="{96908AD6-1BC4-44DC-A37E-1C6B01FCD98C}"/>
              </a:ext>
            </a:extLst>
          </p:cNvPr>
          <p:cNvPicPr>
            <a:picLocks noChangeAspect="1"/>
          </p:cNvPicPr>
          <p:nvPr/>
        </p:nvPicPr>
        <p:blipFill>
          <a:blip r:embed="rId4">
            <a:extLst>
              <a:ext uri="{96DAC541-7B7A-43D3-8B79-37D633B846F1}">
                <asvg:svgBlip xmlns:asvg="http://schemas.microsoft.com/office/drawing/2016/SVG/main" r:embed="rId5"/>
              </a:ext>
            </a:extLst>
          </a:blip>
          <a:srcRect t="11443" r="10857"/>
          <a:stretch/>
        </p:blipFill>
        <p:spPr>
          <a:xfrm rot="16200000">
            <a:off x="-6447" y="6444"/>
            <a:ext cx="1961253" cy="1948364"/>
          </a:xfrm>
        </p:spPr>
      </p:pic>
      <p:sp>
        <p:nvSpPr>
          <p:cNvPr id="7" name="Image 2">
            <a:extLst>
              <a:ext uri="{FF2B5EF4-FFF2-40B4-BE49-F238E27FC236}">
                <a16:creationId xmlns:a16="http://schemas.microsoft.com/office/drawing/2014/main" id="{F3DC42FA-4B8F-2EFC-CAB4-1CCAB93BEB7B}"/>
              </a:ext>
            </a:extLst>
          </p:cNvPr>
          <p:cNvSpPr>
            <a:spLocks noGrp="1"/>
          </p:cNvSpPr>
          <p:nvPr/>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anchor="ct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Lst>
          </p:cNvPr>
          <p:cNvSpPr>
            <a:spLocks noGrp="1"/>
          </p:cNvSpPr>
          <p:nvPr/>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buNone/>
            </a:pPr>
            <a:endParaRPr sz="450"/>
          </a:p>
        </p:txBody>
      </p:sp>
      <p:sp>
        <p:nvSpPr>
          <p:cNvPr id="34" name="Rectangle 33">
            <a:extLst>
              <a:ext uri="{FF2B5EF4-FFF2-40B4-BE49-F238E27FC236}">
                <a16:creationId xmlns:a16="http://schemas.microsoft.com/office/drawing/2014/main" id="{30B7B4F0-D3BC-63DF-6429-F771BE5A3270}"/>
              </a:ext>
            </a:extLst>
          </p:cNvPr>
          <p:cNvSpPr>
            <a:spLocks noGrp="1"/>
          </p:cNvSpPr>
          <p:nvPr/>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buNone/>
              <a:defRPr sz="3600">
                <a:solidFill>
                  <a:schemeClr val="accent6"/>
                </a:solidFill>
              </a:defRPr>
            </a:lvl1pPr>
          </a:lstStyle>
          <a:p>
            <a:r>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p:ph idx="4" hasCustomPrompt="1"/>
          </p:nvPr>
        </p:nvSpPr>
        <p:spPr>
          <a:xfrm>
            <a:off x="914400" y="2316067"/>
            <a:ext cx="10511627" cy="3948557"/>
          </a:xfrm>
        </p:spPr>
        <p:txBody>
          <a:bodyPr lIns="91440" tIns="91440" rIns="91440" bIns="91440">
            <a:normAutofit/>
          </a:bodyPr>
          <a:lstStyle>
            <a:lvl1pPr>
              <a:spcBef>
                <a:spcPts val="1000"/>
              </a:spcBef>
              <a:buNone/>
              <a:defRPr sz="1800"/>
            </a:lvl1pPr>
            <a:lvl2pPr>
              <a:spcBef>
                <a:spcPts val="1000"/>
              </a:spcBef>
              <a:buNone/>
              <a:defRPr sz="1800"/>
            </a:lvl2pPr>
            <a:lvl3pPr>
              <a:spcBef>
                <a:spcPts val="1000"/>
              </a:spcBef>
              <a:buNone/>
              <a:defRPr sz="1800"/>
            </a:lvl3pPr>
            <a:lvl4pPr>
              <a:spcBef>
                <a:spcPts val="1000"/>
              </a:spcBef>
              <a:buNone/>
              <a:defRPr sz="1800"/>
            </a:lvl4pPr>
            <a:lvl5pPr>
              <a:spcBef>
                <a:spcPts val="1000"/>
              </a:spcBef>
              <a:buNone/>
              <a:defRPr sz="1800"/>
            </a:lvl5pPr>
          </a:lstStyle>
          <a:p>
            <a:pPr lvl="0">
              <a:buNone/>
            </a:pPr>
            <a:r>
              <a:t>Click to add text</a:t>
            </a:r>
          </a:p>
          <a:p>
            <a:pPr lvl="1">
              <a:buNone/>
            </a:pPr>
            <a:r>
              <a:t>Second level</a:t>
            </a:r>
          </a:p>
          <a:p>
            <a:pPr lvl="2">
              <a:buNone/>
            </a:pPr>
            <a:r>
              <a:t>Third level</a:t>
            </a:r>
          </a:p>
          <a:p>
            <a:pPr lvl="3">
              <a:buNone/>
            </a:pPr>
            <a:r>
              <a:t>Fourth level</a:t>
            </a:r>
          </a:p>
          <a:p>
            <a:pPr lvl="4">
              <a:buNone/>
            </a:pPr>
            <a:r>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idx="10"/>
          </p:nvPr>
        </p:nvSpPr>
        <p:spPr>
          <a:xfrm>
            <a:off x="10358437" y="457199"/>
            <a:ext cx="1067589" cy="471489"/>
          </a:xfrm>
        </p:spPr>
        <p:txBody>
          <a:bodyPr/>
          <a:lstStyle>
            <a:lvl1pPr>
              <a:buNone/>
              <a:defRPr sz="1600">
                <a:latin typeface="+mj-lt"/>
                <a:ea typeface="+mj-lt"/>
                <a:cs typeface="+mj-lt"/>
              </a:defRPr>
            </a:lvl1pPr>
          </a:lstStyle>
          <a:p>
            <a:fld id="{48F63A3B-78C7-47BE-AE5E-E10140E04643}"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a:spLocks noGrp="1"/>
          </p:cNvSpPr>
          <p:nvPr/>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horz" wrap="square" lIns="91440" tIns="45720" rIns="91440" bIns="45720" anchor="ctr">
            <a:noAutofit/>
          </a:bodyPr>
          <a:lstStyle/>
          <a:p>
            <a:pPr lvl="0">
              <a:buNone/>
            </a:pPr>
            <a:endParaRPr>
              <a:solidFill>
                <a:schemeClr val="tx1"/>
              </a:solidFill>
            </a:endParaRPr>
          </a:p>
        </p:txBody>
      </p:sp>
      <p:sp>
        <p:nvSpPr>
          <p:cNvPr id="19" name="Freeform: Shape 18">
            <a:extLst>
              <a:ext uri="{FF2B5EF4-FFF2-40B4-BE49-F238E27FC236}">
                <a16:creationId xmlns:a16="http://schemas.microsoft.com/office/drawing/2014/main" id="{FEB515B5-2D9F-58E1-6E3C-CCBF105D891E}"/>
              </a:ext>
            </a:extLst>
          </p:cNvPr>
          <p:cNvSpPr>
            <a:spLocks noGrp="1"/>
          </p:cNvSpPr>
          <p:nvPr/>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anchor="ctr"/>
          <a:lstStyle/>
          <a:p>
            <a:endParaRPr/>
          </a:p>
        </p:txBody>
      </p:sp>
      <p:pic>
        <p:nvPicPr>
          <p:cNvPr id="9" name="Image 2">
            <a:extLst>
              <a:ext uri="{FF2B5EF4-FFF2-40B4-BE49-F238E27FC236}">
                <a16:creationId xmlns:a16="http://schemas.microsoft.com/office/drawing/2014/main" id="{9DDB5F58-B118-412D-86F8-9ED37350AFC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a:extLst>
              <a:ext uri="{FF2B5EF4-FFF2-40B4-BE49-F238E27FC236}">
                <a16:creationId xmlns:a16="http://schemas.microsoft.com/office/drawing/2014/main" id="{B7359425-B479-41CF-A0F4-3128082108A6}"/>
              </a:ext>
            </a:extLst>
          </p:cNvPr>
          <p:cNvSpPr>
            <a:spLocks noGrp="1"/>
          </p:cNvSpPr>
          <p:nvPr>
            <p:ph type="ctrTitle" hasCustomPrompt="1"/>
          </p:nvPr>
        </p:nvSpPr>
        <p:spPr>
          <a:xfrm>
            <a:off x="914401" y="849782"/>
            <a:ext cx="5715000" cy="2727709"/>
          </a:xfrm>
        </p:spPr>
        <p:txBody>
          <a:bodyPr tIns="0" bIns="0" anchor="b">
            <a:noAutofit/>
          </a:bodyPr>
          <a:lstStyle>
            <a:lvl1pPr algn="l">
              <a:lnSpc>
                <a:spcPct val="100000"/>
              </a:lnSpc>
              <a:buNone/>
              <a:defRPr sz="3600"/>
            </a:lvl1pPr>
          </a:lstStyle>
          <a:p>
            <a:r>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add subtitle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a:spLocks noGrp="1"/>
          </p:cNvSpPr>
          <p:nvPr/>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horz" wrap="square" lIns="91440" tIns="45720" rIns="91440" bIns="45720" anchor="ctr">
            <a:noAutofit/>
          </a:bodyPr>
          <a:lstStyle/>
          <a:p>
            <a:pPr lvl="0">
              <a:buNone/>
            </a:pPr>
            <a:endParaRPr>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a:spLocks noGrp="1"/>
          </p:cNvSpPr>
          <p:nvPr/>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horz" wrap="square" lIns="91440" tIns="45720" rIns="91440" bIns="45720" anchor="ctr">
            <a:noAutofit/>
          </a:bodyPr>
          <a:lstStyle/>
          <a:p>
            <a:pPr lvl="0">
              <a:buNone/>
            </a:pPr>
            <a:endParaRPr>
              <a:solidFill>
                <a:schemeClr val="tx1"/>
              </a:solidFill>
            </a:endParaRPr>
          </a:p>
        </p:txBody>
      </p:sp>
      <p:sp>
        <p:nvSpPr>
          <p:cNvPr id="2" name="Title 1">
            <a:extLst>
              <a:ext uri="{FF2B5EF4-FFF2-40B4-BE49-F238E27FC236}">
                <a16:creationId xmlns:a16="http://schemas.microsoft.com/office/drawing/2014/main" id="{B8234480-6B0C-4414-BA09-9DAC5CED6A3F}"/>
              </a:ext>
            </a:extLst>
          </p:cNvPr>
          <p:cNvSpPr>
            <a:spLocks noGrp="1"/>
          </p:cNvSpPr>
          <p:nvPr>
            <p:ph type="title" hasCustomPrompt="1"/>
          </p:nvPr>
        </p:nvSpPr>
        <p:spPr/>
        <p:txBody>
          <a:bodyPr anchor="ctr"/>
          <a:lstStyle/>
          <a:p>
            <a:r>
              <a:t>Click to add title</a:t>
            </a:r>
          </a:p>
        </p:txBody>
      </p:sp>
      <p:sp>
        <p:nvSpPr>
          <p:cNvPr id="5" name="Slide Number Placeholder 4">
            <a:extLst>
              <a:ext uri="{FF2B5EF4-FFF2-40B4-BE49-F238E27FC236}">
                <a16:creationId xmlns:a16="http://schemas.microsoft.com/office/drawing/2014/main" id="{FD44C462-20B8-4F07-AE0A-34A1BE634B8E}"/>
              </a:ext>
            </a:extLst>
          </p:cNvPr>
          <p:cNvSpPr>
            <a:spLocks noGrp="1"/>
          </p:cNvSpPr>
          <p:nvPr>
            <p:ph type="sldNum" idx="12"/>
          </p:nvPr>
        </p:nvSpPr>
        <p:spPr/>
        <p:txBody>
          <a:bodyPr/>
          <a:lstStyle>
            <a:lvl1pPr>
              <a:buNone/>
              <a:defRPr>
                <a:latin typeface="+mn-lt"/>
                <a:ea typeface="+mn-lt"/>
                <a:cs typeface="+mn-lt"/>
              </a:defRPr>
            </a:lvl1pPr>
          </a:lstStyle>
          <a:p>
            <a:fld id="{48F63A3B-78C7-47BE-AE5E-E10140E04643}"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a:spLocks noGrp="1"/>
          </p:cNvSpPr>
          <p:nvPr/>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horz" wrap="square" lIns="91440" tIns="45720" rIns="91440" bIns="45720" anchor="ctr">
            <a:noAutofit/>
          </a:bodyPr>
          <a:lstStyle/>
          <a:p>
            <a:pPr lvl="0">
              <a:buNone/>
            </a:pPr>
            <a:endParaRPr>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a:spLocks noGrp="1"/>
          </p:cNvSpPr>
          <p:nvPr/>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horz" wrap="square" lIns="91440" tIns="45720" rIns="91440" bIns="45720" anchor="ctr">
            <a:noAutofit/>
          </a:bodyPr>
          <a:lstStyle/>
          <a:p>
            <a:pPr lvl="0">
              <a:buNone/>
            </a:pPr>
            <a:endParaRPr>
              <a:solidFill>
                <a:schemeClr val="tx1"/>
              </a:solidFill>
            </a:endParaRPr>
          </a:p>
        </p:txBody>
      </p:sp>
      <p:sp>
        <p:nvSpPr>
          <p:cNvPr id="4" name="Slide Number Placeholder 3">
            <a:extLst>
              <a:ext uri="{FF2B5EF4-FFF2-40B4-BE49-F238E27FC236}">
                <a16:creationId xmlns:a16="http://schemas.microsoft.com/office/drawing/2014/main" id="{6BF63E04-2C01-4B90-96CC-3E0F0384F40F}"/>
              </a:ext>
            </a:extLst>
          </p:cNvPr>
          <p:cNvSpPr>
            <a:spLocks noGrp="1"/>
          </p:cNvSpPr>
          <p:nvPr>
            <p:ph type="sldNum" idx="12"/>
          </p:nvPr>
        </p:nvSpPr>
        <p:spPr/>
        <p:txBody>
          <a:bodyPr/>
          <a:lstStyle>
            <a:lvl1pPr>
              <a:buNone/>
              <a:defRPr>
                <a:latin typeface="+mn-lt"/>
                <a:ea typeface="+mn-lt"/>
                <a:cs typeface="+mn-lt"/>
              </a:defRPr>
            </a:lvl1pPr>
          </a:lstStyle>
          <a:p>
            <a:fld id="{48F63A3B-78C7-47BE-AE5E-E10140E04643}"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a:spLocks noGrp="1"/>
          </p:cNvSpPr>
          <p:nvPr/>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horz" wrap="square" lIns="91440" tIns="45720" rIns="91440" bIns="45720" anchor="ctr">
            <a:noAutofit/>
          </a:bodyPr>
          <a:lstStyle/>
          <a:p>
            <a:pPr lvl="0">
              <a:buNone/>
            </a:pPr>
            <a:endParaRPr>
              <a:solidFill>
                <a:schemeClr val="tx1"/>
              </a:solidFill>
            </a:endParaRPr>
          </a:p>
        </p:txBody>
      </p:sp>
      <p:sp>
        <p:nvSpPr>
          <p:cNvPr id="2" name="Title 1">
            <a:extLst>
              <a:ext uri="{FF2B5EF4-FFF2-40B4-BE49-F238E27FC236}">
                <a16:creationId xmlns:a16="http://schemas.microsoft.com/office/drawing/2014/main" id="{04CD2744-CC5A-4CAA-9513-04C5236C194A}"/>
              </a:ext>
            </a:extLst>
          </p:cNvPr>
          <p:cNvSpPr>
            <a:spLocks noGrp="1"/>
          </p:cNvSpPr>
          <p:nvPr>
            <p:ph type="title" hasCustomPrompt="1"/>
          </p:nvPr>
        </p:nvSpPr>
        <p:spPr>
          <a:xfrm>
            <a:off x="758952" y="758952"/>
            <a:ext cx="3932237" cy="1524662"/>
          </a:xfrm>
        </p:spPr>
        <p:txBody>
          <a:bodyPr anchor="b"/>
          <a:lstStyle>
            <a:lvl1pPr>
              <a:lnSpc>
                <a:spcPct val="100000"/>
              </a:lnSpc>
              <a:buNone/>
              <a:defRPr sz="3200"/>
            </a:lvl1pPr>
          </a:lstStyle>
          <a:p>
            <a:r>
              <a:t>Click to add title</a:t>
            </a:r>
          </a:p>
        </p:txBody>
      </p:sp>
      <p:sp>
        <p:nvSpPr>
          <p:cNvPr id="7" name="Slide Number Placeholder 6">
            <a:extLst>
              <a:ext uri="{FF2B5EF4-FFF2-40B4-BE49-F238E27FC236}">
                <a16:creationId xmlns:a16="http://schemas.microsoft.com/office/drawing/2014/main" id="{C0FCE8CD-0F7F-4228-A680-89A293D08815}"/>
              </a:ext>
            </a:extLst>
          </p:cNvPr>
          <p:cNvSpPr>
            <a:spLocks noGrp="1"/>
          </p:cNvSpPr>
          <p:nvPr>
            <p:ph type="sldNum" idx="12"/>
          </p:nvPr>
        </p:nvSpPr>
        <p:spPr/>
        <p:txBody>
          <a:bodyPr/>
          <a:lstStyle>
            <a:lvl1pPr>
              <a:buNone/>
              <a:defRPr>
                <a:latin typeface="+mn-lt"/>
                <a:ea typeface="+mn-lt"/>
                <a:cs typeface="+mn-lt"/>
              </a:defRPr>
            </a:lvl1pPr>
          </a:lstStyle>
          <a:p>
            <a:fld id="{48F63A3B-78C7-47BE-AE5E-E10140E04643}" type="slidenum">
              <a:t>‹#›</a:t>
            </a:fld>
            <a:endParaRPr/>
          </a:p>
        </p:txBody>
      </p:sp>
      <p:sp>
        <p:nvSpPr>
          <p:cNvPr id="4" name="Text Placeholder 3">
            <a:extLst>
              <a:ext uri="{FF2B5EF4-FFF2-40B4-BE49-F238E27FC236}">
                <a16:creationId xmlns:a16="http://schemas.microsoft.com/office/drawing/2014/main" id="{98090D0B-6828-4DAB-9860-BBD4806BF158}"/>
              </a:ext>
            </a:extLst>
          </p:cNvPr>
          <p:cNvSpPr>
            <a:spLocks noGrp="1"/>
          </p:cNvSpPr>
          <p:nvPr>
            <p:ph type="body"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add text</a:t>
            </a:r>
          </a:p>
        </p:txBody>
      </p:sp>
      <p:sp>
        <p:nvSpPr>
          <p:cNvPr id="3" name="Content Placeholder 2">
            <a:extLst>
              <a:ext uri="{FF2B5EF4-FFF2-40B4-BE49-F238E27FC236}">
                <a16:creationId xmlns:a16="http://schemas.microsoft.com/office/drawing/2014/main" id="{00C6F63F-54AE-4941-8BF9-9D7CA8E6F5C6}"/>
              </a:ext>
            </a:extLst>
          </p:cNvPr>
          <p:cNvSpPr>
            <a:spLocks noGrp="1"/>
          </p:cNvSpPr>
          <p:nvPr>
            <p:ph idx="1" hasCustomPrompt="1"/>
          </p:nvPr>
        </p:nvSpPr>
        <p:spPr>
          <a:xfrm>
            <a:off x="5183187" y="741459"/>
            <a:ext cx="6242839" cy="5119592"/>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add text</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a:spLocks noGrp="1"/>
          </p:cNvSpPr>
          <p:nvPr/>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horz" wrap="square" lIns="91440" tIns="45720" rIns="91440" bIns="45720" anchor="ctr">
            <a:noAutofit/>
          </a:bodyPr>
          <a:lstStyle/>
          <a:p>
            <a:pPr lvl="0">
              <a:buNone/>
            </a:pPr>
            <a:endParaRPr>
              <a:solidFill>
                <a:schemeClr val="tx1"/>
              </a:solidFill>
            </a:endParaRPr>
          </a:p>
        </p:txBody>
      </p:sp>
      <p:sp>
        <p:nvSpPr>
          <p:cNvPr id="2" name="Title 1">
            <a:extLst>
              <a:ext uri="{FF2B5EF4-FFF2-40B4-BE49-F238E27FC236}">
                <a16:creationId xmlns:a16="http://schemas.microsoft.com/office/drawing/2014/main" id="{DFE4B06D-DB8A-4C83-BFC0-B0E190528004}"/>
              </a:ext>
            </a:extLst>
          </p:cNvPr>
          <p:cNvSpPr>
            <a:spLocks noGrp="1"/>
          </p:cNvSpPr>
          <p:nvPr>
            <p:ph type="title" hasCustomPrompt="1"/>
          </p:nvPr>
        </p:nvSpPr>
        <p:spPr>
          <a:xfrm>
            <a:off x="760938" y="755372"/>
            <a:ext cx="3931920" cy="1527048"/>
          </a:xfrm>
        </p:spPr>
        <p:txBody>
          <a:bodyPr anchor="b"/>
          <a:lstStyle>
            <a:lvl1pPr>
              <a:lnSpc>
                <a:spcPct val="100000"/>
              </a:lnSpc>
              <a:buNone/>
              <a:defRPr sz="3200"/>
            </a:lvl1pPr>
          </a:lstStyle>
          <a:p>
            <a:r>
              <a:t>Click to add title</a:t>
            </a:r>
          </a:p>
        </p:txBody>
      </p:sp>
      <p:sp>
        <p:nvSpPr>
          <p:cNvPr id="7" name="Slide Number Placeholder 6">
            <a:extLst>
              <a:ext uri="{FF2B5EF4-FFF2-40B4-BE49-F238E27FC236}">
                <a16:creationId xmlns:a16="http://schemas.microsoft.com/office/drawing/2014/main" id="{C222601B-C50E-4F6B-9D98-664329CCBCD8}"/>
              </a:ext>
            </a:extLst>
          </p:cNvPr>
          <p:cNvSpPr>
            <a:spLocks noGrp="1"/>
          </p:cNvSpPr>
          <p:nvPr>
            <p:ph type="sldNum" idx="12"/>
          </p:nvPr>
        </p:nvSpPr>
        <p:spPr/>
        <p:txBody>
          <a:bodyPr/>
          <a:lstStyle>
            <a:lvl1pPr>
              <a:buNone/>
              <a:defRPr>
                <a:latin typeface="+mn-lt"/>
                <a:ea typeface="+mn-lt"/>
                <a:cs typeface="+mn-lt"/>
              </a:defRPr>
            </a:lvl1pPr>
          </a:lstStyle>
          <a:p>
            <a:fld id="{48F63A3B-78C7-47BE-AE5E-E10140E04643}" type="slidenum">
              <a:t>‹#›</a:t>
            </a:fld>
            <a:endParaRPr/>
          </a:p>
        </p:txBody>
      </p:sp>
      <p:sp>
        <p:nvSpPr>
          <p:cNvPr id="4" name="Text Placeholder 3">
            <a:extLst>
              <a:ext uri="{FF2B5EF4-FFF2-40B4-BE49-F238E27FC236}">
                <a16:creationId xmlns:a16="http://schemas.microsoft.com/office/drawing/2014/main" id="{1986039C-C98B-42D8-9415-1584E158F4F0}"/>
              </a:ext>
            </a:extLst>
          </p:cNvPr>
          <p:cNvSpPr>
            <a:spLocks noGrp="1"/>
          </p:cNvSpPr>
          <p:nvPr>
            <p:ph type="body"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add text</a:t>
            </a:r>
          </a:p>
        </p:txBody>
      </p:sp>
      <p:sp>
        <p:nvSpPr>
          <p:cNvPr id="3" name="Picture Placeholder 2">
            <a:extLst>
              <a:ext uri="{FF2B5EF4-FFF2-40B4-BE49-F238E27FC236}">
                <a16:creationId xmlns:a16="http://schemas.microsoft.com/office/drawing/2014/main" id="{FD13F573-1C5F-46D1-B8A2-56AD7EFABA2D}"/>
              </a:ext>
            </a:extLst>
          </p:cNvPr>
          <p:cNvSpPr>
            <a:spLocks noGrp="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Click to add picture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B6887C6-FDC9-4B98-B612-D7C818126641}"/>
              </a:ext>
            </a:extLst>
          </p:cNvPr>
          <p:cNvSpPr>
            <a:spLocks noGrp="1"/>
          </p:cNvSpPr>
          <p:nvPr>
            <p:ph type="sldNum" idx="4"/>
          </p:nvPr>
        </p:nvSpPr>
        <p:spPr>
          <a:xfrm>
            <a:off x="10438475" y="457199"/>
            <a:ext cx="987552" cy="244503"/>
          </a:xfrm>
          <a:prstGeom prst="rect">
            <a:avLst/>
          </a:prstGeom>
        </p:spPr>
        <p:txBody>
          <a:bodyPr vert="horz" lIns="91440" tIns="45720" rIns="0" bIns="45720" anchor="ctr"/>
          <a:lstStyle>
            <a:lvl1pPr algn="r">
              <a:buNone/>
              <a:defRPr sz="1200">
                <a:solidFill>
                  <a:schemeClr val="accent6"/>
                </a:solidFill>
                <a:latin typeface="+mn-lt"/>
                <a:ea typeface="+mn-lt"/>
                <a:cs typeface="+mn-lt"/>
              </a:defRPr>
            </a:lvl1pPr>
          </a:lstStyle>
          <a:p>
            <a:fld id="{48F63A3B-78C7-47BE-AE5E-E10140E04643}" type="slidenum">
              <a:t>‹#›</a:t>
            </a:fld>
            <a:endParaRPr/>
          </a:p>
        </p:txBody>
      </p:sp>
      <p:sp>
        <p:nvSpPr>
          <p:cNvPr id="2" name="Title Placeholder 1">
            <a:extLst>
              <a:ext uri="{FF2B5EF4-FFF2-40B4-BE49-F238E27FC236}">
                <a16:creationId xmlns:a16="http://schemas.microsoft.com/office/drawing/2014/main" id="{57F16932-6807-47FE-8FA2-939FD0077C82}"/>
              </a:ext>
            </a:extLst>
          </p:cNvPr>
          <p:cNvSpPr>
            <a:spLocks noGrp="1"/>
          </p:cNvSpPr>
          <p:nvPr>
            <p:ph type="title"/>
          </p:nvPr>
        </p:nvSpPr>
        <p:spPr>
          <a:xfrm>
            <a:off x="758952" y="731520"/>
            <a:ext cx="10671048" cy="1362057"/>
          </a:xfrm>
          <a:prstGeom prst="rect">
            <a:avLst/>
          </a:prstGeom>
        </p:spPr>
        <p:txBody>
          <a:bodyPr vert="horz" lIns="91440" tIns="45720" rIns="91440" bIns="45720" anchor="b">
            <a:noAutofit/>
          </a:bodyPr>
          <a:lstStyle/>
          <a:p>
            <a:r>
              <a:t>Click to edit Master title style</a:t>
            </a:r>
          </a:p>
        </p:txBody>
      </p:sp>
      <p:sp>
        <p:nvSpPr>
          <p:cNvPr id="3" name="Text Placeholder 2">
            <a:extLst>
              <a:ext uri="{FF2B5EF4-FFF2-40B4-BE49-F238E27FC236}">
                <a16:creationId xmlns:a16="http://schemas.microsoft.com/office/drawing/2014/main" id="{2F749D70-16FA-42BE-A74E-287EE5747206}"/>
              </a:ext>
            </a:extLst>
          </p:cNvPr>
          <p:cNvSpPr>
            <a:spLocks noGrp="1"/>
          </p:cNvSpPr>
          <p:nvPr>
            <p:ph type="body" idx="1"/>
          </p:nvPr>
        </p:nvSpPr>
        <p:spPr>
          <a:xfrm>
            <a:off x="758952" y="2103120"/>
            <a:ext cx="10671048"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ctr" defTabSz="914400">
        <a:lnSpc>
          <a:spcPts val="4875"/>
        </a:lnSpc>
        <a:spcBef>
          <a:spcPct val="0"/>
        </a:spcBef>
        <a:buNone/>
        <a:defRPr sz="3800" b="1" kern="1200" cap="all" baseline="0">
          <a:solidFill>
            <a:schemeClr val="accent6"/>
          </a:solidFill>
          <a:latin typeface="+mj-lt"/>
          <a:ea typeface="+mj-lt"/>
          <a:cs typeface="+mj-lt"/>
        </a:defRPr>
      </a:lvl1pPr>
    </p:titleStyle>
    <p:bodyStyle>
      <a:lvl1pPr marL="347472" indent="-347472" algn="l" defTabSz="914400">
        <a:lnSpc>
          <a:spcPct val="100000"/>
        </a:lnSpc>
        <a:spcBef>
          <a:spcPts val="360"/>
        </a:spcBef>
        <a:buFont typeface="Arial"/>
        <a:buChar char="•"/>
        <a:defRPr sz="2800" kern="1200">
          <a:solidFill>
            <a:schemeClr val="accent6"/>
          </a:solidFill>
          <a:latin typeface="+mn-lt"/>
          <a:ea typeface="+mn-lt"/>
          <a:cs typeface="+mn-lt"/>
        </a:defRPr>
      </a:lvl1pPr>
      <a:lvl2pPr marL="685800" indent="-347472" algn="l" defTabSz="914400">
        <a:lnSpc>
          <a:spcPct val="100000"/>
        </a:lnSpc>
        <a:spcBef>
          <a:spcPts val="360"/>
        </a:spcBef>
        <a:buFont typeface="Arial"/>
        <a:buChar char="•"/>
        <a:defRPr sz="2400" kern="1200">
          <a:solidFill>
            <a:schemeClr val="accent6"/>
          </a:solidFill>
          <a:latin typeface="+mn-lt"/>
          <a:ea typeface="+mn-lt"/>
          <a:cs typeface="+mn-lt"/>
        </a:defRPr>
      </a:lvl2pPr>
      <a:lvl3pPr marL="1143000" indent="-347472" algn="l" defTabSz="914400">
        <a:lnSpc>
          <a:spcPct val="100000"/>
        </a:lnSpc>
        <a:spcBef>
          <a:spcPts val="360"/>
        </a:spcBef>
        <a:buFont typeface="Arial"/>
        <a:buChar char="•"/>
        <a:defRPr sz="2000" kern="1200">
          <a:solidFill>
            <a:schemeClr val="accent6"/>
          </a:solidFill>
          <a:latin typeface="+mn-lt"/>
          <a:ea typeface="+mn-lt"/>
          <a:cs typeface="+mn-lt"/>
        </a:defRPr>
      </a:lvl3pPr>
      <a:lvl4pPr marL="1600200" indent="-347472" algn="l" defTabSz="914400">
        <a:lnSpc>
          <a:spcPct val="100000"/>
        </a:lnSpc>
        <a:spcBef>
          <a:spcPts val="360"/>
        </a:spcBef>
        <a:buFont typeface="Arial"/>
        <a:buChar char="•"/>
        <a:defRPr sz="1800" kern="1200">
          <a:solidFill>
            <a:schemeClr val="accent6"/>
          </a:solidFill>
          <a:latin typeface="+mn-lt"/>
          <a:ea typeface="+mn-lt"/>
          <a:cs typeface="+mn-lt"/>
        </a:defRPr>
      </a:lvl4pPr>
      <a:lvl5pPr marL="2057400" indent="-347472" algn="l" defTabSz="914400">
        <a:lnSpc>
          <a:spcPct val="100000"/>
        </a:lnSpc>
        <a:spcBef>
          <a:spcPts val="360"/>
        </a:spcBef>
        <a:buFont typeface="Arial"/>
        <a:buChar char="•"/>
        <a:defRPr sz="1800" kern="1200">
          <a:solidFill>
            <a:schemeClr val="accent6"/>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4D40413-F4A4-42B7-AD19-24C487206FA5}"/>
              </a:ext>
            </a:extLst>
          </p:cNvPr>
          <p:cNvPicPr>
            <a:picLocks noChangeAspect="1"/>
          </p:cNvPicPr>
          <p:nvPr/>
        </p:nvPicPr>
        <p:blipFill>
          <a:blip r:embed="rId3"/>
          <a:stretch>
            <a:fillRect/>
          </a:stretch>
        </p:blipFill>
        <p:spPr>
          <a:xfrm>
            <a:off x="493161" y="83975"/>
            <a:ext cx="1811499" cy="1850863"/>
          </a:xfrm>
          <a:prstGeom prst="rect">
            <a:avLst/>
          </a:prstGeom>
        </p:spPr>
      </p:pic>
      <p:sp>
        <p:nvSpPr>
          <p:cNvPr id="8" name="title">
            <a:extLst>
              <a:ext uri="{FF2B5EF4-FFF2-40B4-BE49-F238E27FC236}">
                <a16:creationId xmlns:a16="http://schemas.microsoft.com/office/drawing/2014/main" id="{4093FC79-7C9E-4023-AFF8-34BE2EABECDC}"/>
              </a:ext>
            </a:extLst>
          </p:cNvPr>
          <p:cNvSpPr>
            <a:spLocks noGrp="1"/>
          </p:cNvSpPr>
          <p:nvPr/>
        </p:nvSpPr>
        <p:spPr>
          <a:xfrm>
            <a:off x="2857500" y="723900"/>
            <a:ext cx="6191250" cy="1190625"/>
          </a:xfrm>
          <a:prstGeom prst="rect">
            <a:avLst/>
          </a:prstGeom>
          <a:noFill/>
          <a:ln w="0">
            <a:noFill/>
            <a:prstDash val="solid"/>
          </a:ln>
        </p:spPr>
        <p:txBody>
          <a:bodyPr lIns="0" tIns="0" rIns="0" bIns="0" anchor="t"/>
          <a:lstStyle>
            <a:defPPr>
              <a:defRPr sz="3000" b="1">
                <a:solidFill>
                  <a:srgbClr val="C82127"/>
                </a:solidFill>
                <a:latin typeface="Arial"/>
                <a:ea typeface="Arial"/>
                <a:cs typeface="Arial"/>
              </a:defRPr>
            </a:defPPr>
            <a:lvl1pPr>
              <a:buNone/>
              <a:defRPr sz="3000" b="1">
                <a:solidFill>
                  <a:srgbClr val="C82127"/>
                </a:solidFill>
                <a:latin typeface="Arial"/>
                <a:ea typeface="Arial"/>
                <a:cs typeface="Arial"/>
              </a:defRPr>
            </a:lvl1pPr>
            <a:lvl2pPr>
              <a:buNone/>
              <a:defRPr sz="3000" b="1">
                <a:solidFill>
                  <a:srgbClr val="C82127"/>
                </a:solidFill>
                <a:latin typeface="Arial"/>
                <a:ea typeface="Arial"/>
                <a:cs typeface="Arial"/>
              </a:defRPr>
            </a:lvl2pPr>
            <a:lvl3pPr>
              <a:buNone/>
              <a:defRPr sz="3000" b="1">
                <a:solidFill>
                  <a:srgbClr val="C82127"/>
                </a:solidFill>
                <a:latin typeface="Arial"/>
                <a:ea typeface="Arial"/>
                <a:cs typeface="Arial"/>
              </a:defRPr>
            </a:lvl3pPr>
            <a:lvl4pPr>
              <a:buNone/>
              <a:defRPr sz="3000" b="1">
                <a:solidFill>
                  <a:srgbClr val="C82127"/>
                </a:solidFill>
                <a:latin typeface="Arial"/>
                <a:ea typeface="Arial"/>
                <a:cs typeface="Arial"/>
              </a:defRPr>
            </a:lvl4pPr>
            <a:lvl5pPr>
              <a:buNone/>
              <a:defRPr sz="3000" b="1">
                <a:solidFill>
                  <a:srgbClr val="C82127"/>
                </a:solidFill>
                <a:latin typeface="Arial"/>
                <a:ea typeface="Arial"/>
                <a:cs typeface="Arial"/>
              </a:defRPr>
            </a:lvl5pPr>
            <a:lvl6pPr>
              <a:buNone/>
              <a:defRPr sz="3000" b="1">
                <a:solidFill>
                  <a:srgbClr val="C82127"/>
                </a:solidFill>
                <a:latin typeface="Arial"/>
                <a:ea typeface="Arial"/>
                <a:cs typeface="Arial"/>
              </a:defRPr>
            </a:lvl6pPr>
            <a:lvl7pPr>
              <a:buNone/>
              <a:defRPr sz="3000" b="1">
                <a:solidFill>
                  <a:srgbClr val="C82127"/>
                </a:solidFill>
                <a:latin typeface="Arial"/>
                <a:ea typeface="Arial"/>
                <a:cs typeface="Arial"/>
              </a:defRPr>
            </a:lvl7pPr>
            <a:lvl8pPr>
              <a:buNone/>
              <a:defRPr sz="3000" b="1">
                <a:solidFill>
                  <a:srgbClr val="C82127"/>
                </a:solidFill>
                <a:latin typeface="Arial"/>
                <a:ea typeface="Arial"/>
                <a:cs typeface="Arial"/>
              </a:defRPr>
            </a:lvl8pPr>
            <a:lvl9pPr>
              <a:buNone/>
              <a:defRPr sz="3000" b="1">
                <a:solidFill>
                  <a:srgbClr val="C82127"/>
                </a:solidFill>
                <a:latin typeface="Arial"/>
                <a:ea typeface="Arial"/>
                <a:cs typeface="Arial"/>
              </a:defRPr>
            </a:lvl9pPr>
          </a:lstStyle>
          <a:p>
            <a:pPr>
              <a:buNone/>
              <a:defRPr sz="3000" b="1">
                <a:solidFill>
                  <a:srgbClr val="C82127"/>
                </a:solidFill>
                <a:latin typeface="Arial"/>
                <a:ea typeface="Arial"/>
                <a:cs typeface="Arial"/>
              </a:defRPr>
            </a:pPr>
            <a:r>
              <a:rPr sz="3000" b="1">
                <a:solidFill>
                  <a:srgbClr val="C82127"/>
                </a:solidFill>
                <a:latin typeface="Arial"/>
                <a:ea typeface="Arial"/>
                <a:cs typeface="Arial"/>
              </a:rPr>
              <a:t>Statü, Rol,</a:t>
            </a:r>
          </a:p>
          <a:p>
            <a:pPr>
              <a:buNone/>
              <a:defRPr sz="3000" b="1">
                <a:solidFill>
                  <a:srgbClr val="C82127"/>
                </a:solidFill>
                <a:latin typeface="Arial"/>
                <a:ea typeface="Arial"/>
                <a:cs typeface="Arial"/>
              </a:defRPr>
            </a:pPr>
            <a:r>
              <a:rPr sz="3000" b="1">
                <a:solidFill>
                  <a:srgbClr val="C82127"/>
                </a:solidFill>
                <a:latin typeface="Arial"/>
                <a:ea typeface="Arial"/>
                <a:cs typeface="Arial"/>
              </a:rPr>
              <a:t>Norm ve Değer</a:t>
            </a:r>
          </a:p>
        </p:txBody>
      </p:sp>
      <p:sp>
        <p:nvSpPr>
          <p:cNvPr id="9" name="course">
            <a:extLst>
              <a:ext uri="{FF2B5EF4-FFF2-40B4-BE49-F238E27FC236}">
                <a16:creationId xmlns:a16="http://schemas.microsoft.com/office/drawing/2014/main" id="{723A67FE-A4DB-4FD6-8963-B0275D56AF4E}"/>
              </a:ext>
            </a:extLst>
          </p:cNvPr>
          <p:cNvSpPr>
            <a:spLocks noGrp="1"/>
          </p:cNvSpPr>
          <p:nvPr/>
        </p:nvSpPr>
        <p:spPr>
          <a:xfrm>
            <a:off x="2857500" y="2047876"/>
            <a:ext cx="6000750" cy="714374"/>
          </a:xfrm>
          <a:prstGeom prst="rect">
            <a:avLst/>
          </a:prstGeom>
          <a:noFill/>
          <a:ln w="0">
            <a:noFill/>
            <a:prstDash val="solid"/>
          </a:ln>
        </p:spPr>
        <p:txBody>
          <a:bodyPr lIns="0" tIns="0" rIns="0" bIns="0" anchor="t"/>
          <a:lstStyle>
            <a:defPPr>
              <a:defRPr sz="2025" b="1">
                <a:solidFill>
                  <a:srgbClr val="C82127"/>
                </a:solidFill>
                <a:latin typeface="Arial"/>
                <a:ea typeface="Arial"/>
                <a:cs typeface="Arial"/>
              </a:defRPr>
            </a:defPPr>
            <a:lvl1pPr>
              <a:buNone/>
              <a:defRPr sz="2025" b="1">
                <a:solidFill>
                  <a:srgbClr val="C82127"/>
                </a:solidFill>
                <a:latin typeface="Arial"/>
                <a:ea typeface="Arial"/>
                <a:cs typeface="Arial"/>
              </a:defRPr>
            </a:lvl1pPr>
            <a:lvl2pPr>
              <a:buNone/>
              <a:defRPr sz="2025" b="1">
                <a:solidFill>
                  <a:srgbClr val="C82127"/>
                </a:solidFill>
                <a:latin typeface="Arial"/>
                <a:ea typeface="Arial"/>
                <a:cs typeface="Arial"/>
              </a:defRPr>
            </a:lvl2pPr>
            <a:lvl3pPr>
              <a:buNone/>
              <a:defRPr sz="2025" b="1">
                <a:solidFill>
                  <a:srgbClr val="C82127"/>
                </a:solidFill>
                <a:latin typeface="Arial"/>
                <a:ea typeface="Arial"/>
                <a:cs typeface="Arial"/>
              </a:defRPr>
            </a:lvl3pPr>
            <a:lvl4pPr>
              <a:buNone/>
              <a:defRPr sz="2025" b="1">
                <a:solidFill>
                  <a:srgbClr val="C82127"/>
                </a:solidFill>
                <a:latin typeface="Arial"/>
                <a:ea typeface="Arial"/>
                <a:cs typeface="Arial"/>
              </a:defRPr>
            </a:lvl4pPr>
            <a:lvl5pPr>
              <a:buNone/>
              <a:defRPr sz="2025" b="1">
                <a:solidFill>
                  <a:srgbClr val="C82127"/>
                </a:solidFill>
                <a:latin typeface="Arial"/>
                <a:ea typeface="Arial"/>
                <a:cs typeface="Arial"/>
              </a:defRPr>
            </a:lvl5pPr>
            <a:lvl6pPr>
              <a:buNone/>
              <a:defRPr sz="2025" b="1">
                <a:solidFill>
                  <a:srgbClr val="C82127"/>
                </a:solidFill>
                <a:latin typeface="Arial"/>
                <a:ea typeface="Arial"/>
                <a:cs typeface="Arial"/>
              </a:defRPr>
            </a:lvl6pPr>
            <a:lvl7pPr>
              <a:buNone/>
              <a:defRPr sz="2025" b="1">
                <a:solidFill>
                  <a:srgbClr val="C82127"/>
                </a:solidFill>
                <a:latin typeface="Arial"/>
                <a:ea typeface="Arial"/>
                <a:cs typeface="Arial"/>
              </a:defRPr>
            </a:lvl7pPr>
            <a:lvl8pPr>
              <a:buNone/>
              <a:defRPr sz="2025" b="1">
                <a:solidFill>
                  <a:srgbClr val="C82127"/>
                </a:solidFill>
                <a:latin typeface="Arial"/>
                <a:ea typeface="Arial"/>
                <a:cs typeface="Arial"/>
              </a:defRPr>
            </a:lvl8pPr>
            <a:lvl9pPr>
              <a:buNone/>
              <a:defRPr sz="2025" b="1">
                <a:solidFill>
                  <a:srgbClr val="C82127"/>
                </a:solidFill>
                <a:latin typeface="Arial"/>
                <a:ea typeface="Arial"/>
                <a:cs typeface="Arial"/>
              </a:defRPr>
            </a:lvl9pPr>
          </a:lstStyle>
          <a:p>
            <a:pPr>
              <a:buNone/>
              <a:defRPr sz="2025" b="1">
                <a:solidFill>
                  <a:srgbClr val="C82127"/>
                </a:solidFill>
                <a:latin typeface="Arial"/>
                <a:ea typeface="Arial"/>
                <a:cs typeface="Arial"/>
              </a:defRPr>
            </a:pPr>
            <a:r>
              <a:rPr sz="2025" b="1">
                <a:solidFill>
                  <a:srgbClr val="C82127"/>
                </a:solidFill>
                <a:latin typeface="Arial"/>
                <a:ea typeface="Arial"/>
                <a:cs typeface="Arial"/>
              </a:rPr>
              <a:t>ORTK115 · Sosyoloji</a:t>
            </a:r>
          </a:p>
        </p:txBody>
      </p:sp>
      <p:sp>
        <p:nvSpPr>
          <p:cNvPr id="10" name="level">
            <a:extLst>
              <a:ext uri="{FF2B5EF4-FFF2-40B4-BE49-F238E27FC236}">
                <a16:creationId xmlns:a16="http://schemas.microsoft.com/office/drawing/2014/main" id="{47425B35-79A5-4A05-829A-75FCD3018719}"/>
              </a:ext>
            </a:extLst>
          </p:cNvPr>
          <p:cNvSpPr>
            <a:spLocks noGrp="1"/>
          </p:cNvSpPr>
          <p:nvPr/>
        </p:nvSpPr>
        <p:spPr>
          <a:xfrm>
            <a:off x="3013788" y="2590802"/>
            <a:ext cx="5463462" cy="714374"/>
          </a:xfrm>
          <a:prstGeom prst="rect">
            <a:avLst/>
          </a:prstGeom>
          <a:noFill/>
          <a:ln w="0">
            <a:noFill/>
            <a:prstDash val="solid"/>
          </a:ln>
        </p:spPr>
        <p:txBody>
          <a:bodyPr lIns="0" tIns="0" rIns="0" bIns="0" anchor="t"/>
          <a:lstStyle>
            <a:defPPr>
              <a:defRPr sz="2100" b="1">
                <a:solidFill>
                  <a:srgbClr val="C82127"/>
                </a:solidFill>
                <a:latin typeface="Arial"/>
                <a:ea typeface="Arial"/>
                <a:cs typeface="Arial"/>
              </a:defRPr>
            </a:defPPr>
            <a:lvl1pPr>
              <a:buNone/>
              <a:defRPr sz="2100" b="1">
                <a:solidFill>
                  <a:srgbClr val="C82127"/>
                </a:solidFill>
                <a:latin typeface="Arial"/>
                <a:ea typeface="Arial"/>
                <a:cs typeface="Arial"/>
              </a:defRPr>
            </a:lvl1pPr>
            <a:lvl2pPr>
              <a:buNone/>
              <a:defRPr sz="2100" b="1">
                <a:solidFill>
                  <a:srgbClr val="C82127"/>
                </a:solidFill>
                <a:latin typeface="Arial"/>
                <a:ea typeface="Arial"/>
                <a:cs typeface="Arial"/>
              </a:defRPr>
            </a:lvl2pPr>
            <a:lvl3pPr>
              <a:buNone/>
              <a:defRPr sz="2100" b="1">
                <a:solidFill>
                  <a:srgbClr val="C82127"/>
                </a:solidFill>
                <a:latin typeface="Arial"/>
                <a:ea typeface="Arial"/>
                <a:cs typeface="Arial"/>
              </a:defRPr>
            </a:lvl3pPr>
            <a:lvl4pPr>
              <a:buNone/>
              <a:defRPr sz="2100" b="1">
                <a:solidFill>
                  <a:srgbClr val="C82127"/>
                </a:solidFill>
                <a:latin typeface="Arial"/>
                <a:ea typeface="Arial"/>
                <a:cs typeface="Arial"/>
              </a:defRPr>
            </a:lvl4pPr>
            <a:lvl5pPr>
              <a:buNone/>
              <a:defRPr sz="2100" b="1">
                <a:solidFill>
                  <a:srgbClr val="C82127"/>
                </a:solidFill>
                <a:latin typeface="Arial"/>
                <a:ea typeface="Arial"/>
                <a:cs typeface="Arial"/>
              </a:defRPr>
            </a:lvl5pPr>
            <a:lvl6pPr>
              <a:buNone/>
              <a:defRPr sz="2100" b="1">
                <a:solidFill>
                  <a:srgbClr val="C82127"/>
                </a:solidFill>
                <a:latin typeface="Arial"/>
                <a:ea typeface="Arial"/>
                <a:cs typeface="Arial"/>
              </a:defRPr>
            </a:lvl6pPr>
            <a:lvl7pPr>
              <a:buNone/>
              <a:defRPr sz="2100" b="1">
                <a:solidFill>
                  <a:srgbClr val="C82127"/>
                </a:solidFill>
                <a:latin typeface="Arial"/>
                <a:ea typeface="Arial"/>
                <a:cs typeface="Arial"/>
              </a:defRPr>
            </a:lvl7pPr>
            <a:lvl8pPr>
              <a:buNone/>
              <a:defRPr sz="2100" b="1">
                <a:solidFill>
                  <a:srgbClr val="C82127"/>
                </a:solidFill>
                <a:latin typeface="Arial"/>
                <a:ea typeface="Arial"/>
                <a:cs typeface="Arial"/>
              </a:defRPr>
            </a:lvl8pPr>
            <a:lvl9pPr>
              <a:buNone/>
              <a:defRPr sz="2100" b="1">
                <a:solidFill>
                  <a:srgbClr val="C82127"/>
                </a:solidFill>
                <a:latin typeface="Arial"/>
                <a:ea typeface="Arial"/>
                <a:cs typeface="Arial"/>
              </a:defRPr>
            </a:lvl9pPr>
          </a:lstStyle>
          <a:p>
            <a:pPr>
              <a:buNone/>
              <a:defRPr sz="2100" b="1">
                <a:solidFill>
                  <a:srgbClr val="C82127"/>
                </a:solidFill>
                <a:latin typeface="Arial"/>
                <a:ea typeface="Arial"/>
                <a:cs typeface="Arial"/>
              </a:defRPr>
            </a:pPr>
            <a:r>
              <a:rPr sz="2100" b="1" dirty="0">
                <a:solidFill>
                  <a:srgbClr val="C82127"/>
                </a:solidFill>
                <a:latin typeface="Arial"/>
                <a:ea typeface="Arial"/>
                <a:cs typeface="Arial"/>
              </a:rPr>
              <a:t>1. </a:t>
            </a:r>
            <a:r>
              <a:rPr sz="2100" b="1" dirty="0" err="1">
                <a:solidFill>
                  <a:srgbClr val="C82127"/>
                </a:solidFill>
                <a:latin typeface="Arial"/>
                <a:ea typeface="Arial"/>
                <a:cs typeface="Arial"/>
              </a:rPr>
              <a:t>sınıf</a:t>
            </a:r>
            <a:r>
              <a:rPr sz="2100" b="1" dirty="0">
                <a:solidFill>
                  <a:srgbClr val="C82127"/>
                </a:solidFill>
                <a:latin typeface="Arial"/>
                <a:ea typeface="Arial"/>
                <a:cs typeface="Arial"/>
              </a:rPr>
              <a:t> </a:t>
            </a:r>
            <a:r>
              <a:rPr sz="2100" b="1" dirty="0" err="1">
                <a:solidFill>
                  <a:srgbClr val="C82127"/>
                </a:solidFill>
                <a:latin typeface="Arial"/>
                <a:ea typeface="Arial"/>
                <a:cs typeface="Arial"/>
              </a:rPr>
              <a:t>lisans</a:t>
            </a:r>
            <a:r>
              <a:rPr sz="2100" b="1" dirty="0">
                <a:solidFill>
                  <a:srgbClr val="C82127"/>
                </a:solidFill>
                <a:latin typeface="Arial"/>
                <a:ea typeface="Arial"/>
                <a:cs typeface="Arial"/>
              </a:rPr>
              <a:t> </a:t>
            </a:r>
            <a:r>
              <a:rPr sz="2100" b="1" dirty="0" err="1">
                <a:solidFill>
                  <a:srgbClr val="C82127"/>
                </a:solidFill>
                <a:latin typeface="Arial"/>
                <a:ea typeface="Arial"/>
                <a:cs typeface="Arial"/>
              </a:rPr>
              <a:t>düzeyi</a:t>
            </a:r>
            <a:endParaRPr lang="tr-TR" sz="2100" b="1" dirty="0">
              <a:solidFill>
                <a:srgbClr val="C82127"/>
              </a:solidFill>
              <a:latin typeface="Arial"/>
              <a:ea typeface="Arial"/>
              <a:cs typeface="Arial"/>
            </a:endParaRPr>
          </a:p>
          <a:p>
            <a:pPr>
              <a:buNone/>
              <a:defRPr sz="2100" b="1">
                <a:solidFill>
                  <a:srgbClr val="C82127"/>
                </a:solidFill>
                <a:latin typeface="Arial"/>
                <a:ea typeface="Arial"/>
                <a:cs typeface="Arial"/>
              </a:defRPr>
            </a:pPr>
            <a:r>
              <a:rPr lang="tr-TR" sz="2100" b="1" dirty="0">
                <a:solidFill>
                  <a:srgbClr val="C82127"/>
                </a:solidFill>
                <a:latin typeface="Arial"/>
                <a:ea typeface="Arial"/>
                <a:cs typeface="Arial"/>
              </a:rPr>
              <a:t>Ders Notları 5</a:t>
            </a:r>
            <a:endParaRPr sz="2100" b="1" dirty="0">
              <a:solidFill>
                <a:srgbClr val="C82127"/>
              </a:solidFill>
              <a:latin typeface="Arial"/>
              <a:ea typeface="Arial"/>
              <a:cs typeface="Arial"/>
            </a:endParaRPr>
          </a:p>
        </p:txBody>
      </p:sp>
      <p:sp>
        <p:nvSpPr>
          <p:cNvPr id="11" name="lecturer">
            <a:extLst>
              <a:ext uri="{FF2B5EF4-FFF2-40B4-BE49-F238E27FC236}">
                <a16:creationId xmlns:a16="http://schemas.microsoft.com/office/drawing/2014/main" id="{6326F047-C17E-47F0-8DF3-9F88BB4FE54B}"/>
              </a:ext>
            </a:extLst>
          </p:cNvPr>
          <p:cNvSpPr>
            <a:spLocks noGrp="1"/>
          </p:cNvSpPr>
          <p:nvPr/>
        </p:nvSpPr>
        <p:spPr>
          <a:xfrm>
            <a:off x="2686050" y="3629025"/>
            <a:ext cx="6191250" cy="857250"/>
          </a:xfrm>
          <a:prstGeom prst="rect">
            <a:avLst/>
          </a:prstGeom>
          <a:noFill/>
          <a:ln w="0">
            <a:noFill/>
            <a:prstDash val="solid"/>
          </a:ln>
        </p:spPr>
        <p:txBody>
          <a:bodyPr lIns="0" tIns="0" rIns="0" bIns="0" anchor="t"/>
          <a:lstStyle>
            <a:defPPr>
              <a:defRPr sz="2100" b="1">
                <a:solidFill>
                  <a:srgbClr val="111111"/>
                </a:solidFill>
                <a:latin typeface="Arial"/>
                <a:ea typeface="Arial"/>
                <a:cs typeface="Arial"/>
              </a:defRPr>
            </a:defPPr>
            <a:lvl1pPr>
              <a:buNone/>
              <a:defRPr sz="2100" b="1">
                <a:solidFill>
                  <a:srgbClr val="111111"/>
                </a:solidFill>
                <a:latin typeface="Arial"/>
                <a:ea typeface="Arial"/>
                <a:cs typeface="Arial"/>
              </a:defRPr>
            </a:lvl1pPr>
            <a:lvl2pPr>
              <a:buNone/>
              <a:defRPr sz="2100" b="1">
                <a:solidFill>
                  <a:srgbClr val="111111"/>
                </a:solidFill>
                <a:latin typeface="Arial"/>
                <a:ea typeface="Arial"/>
                <a:cs typeface="Arial"/>
              </a:defRPr>
            </a:lvl2pPr>
            <a:lvl3pPr>
              <a:buNone/>
              <a:defRPr sz="2100" b="1">
                <a:solidFill>
                  <a:srgbClr val="111111"/>
                </a:solidFill>
                <a:latin typeface="Arial"/>
                <a:ea typeface="Arial"/>
                <a:cs typeface="Arial"/>
              </a:defRPr>
            </a:lvl3pPr>
            <a:lvl4pPr>
              <a:buNone/>
              <a:defRPr sz="2100" b="1">
                <a:solidFill>
                  <a:srgbClr val="111111"/>
                </a:solidFill>
                <a:latin typeface="Arial"/>
                <a:ea typeface="Arial"/>
                <a:cs typeface="Arial"/>
              </a:defRPr>
            </a:lvl4pPr>
            <a:lvl5pPr>
              <a:buNone/>
              <a:defRPr sz="2100" b="1">
                <a:solidFill>
                  <a:srgbClr val="111111"/>
                </a:solidFill>
                <a:latin typeface="Arial"/>
                <a:ea typeface="Arial"/>
                <a:cs typeface="Arial"/>
              </a:defRPr>
            </a:lvl5pPr>
            <a:lvl6pPr>
              <a:buNone/>
              <a:defRPr sz="2100" b="1">
                <a:solidFill>
                  <a:srgbClr val="111111"/>
                </a:solidFill>
                <a:latin typeface="Arial"/>
                <a:ea typeface="Arial"/>
                <a:cs typeface="Arial"/>
              </a:defRPr>
            </a:lvl6pPr>
            <a:lvl7pPr>
              <a:buNone/>
              <a:defRPr sz="2100" b="1">
                <a:solidFill>
                  <a:srgbClr val="111111"/>
                </a:solidFill>
                <a:latin typeface="Arial"/>
                <a:ea typeface="Arial"/>
                <a:cs typeface="Arial"/>
              </a:defRPr>
            </a:lvl7pPr>
            <a:lvl8pPr>
              <a:buNone/>
              <a:defRPr sz="2100" b="1">
                <a:solidFill>
                  <a:srgbClr val="111111"/>
                </a:solidFill>
                <a:latin typeface="Arial"/>
                <a:ea typeface="Arial"/>
                <a:cs typeface="Arial"/>
              </a:defRPr>
            </a:lvl8pPr>
            <a:lvl9pPr>
              <a:buNone/>
              <a:defRPr sz="2100" b="1">
                <a:solidFill>
                  <a:srgbClr val="111111"/>
                </a:solidFill>
                <a:latin typeface="Arial"/>
                <a:ea typeface="Arial"/>
                <a:cs typeface="Arial"/>
              </a:defRPr>
            </a:lvl9pPr>
          </a:lstStyle>
          <a:p>
            <a:pPr>
              <a:buNone/>
              <a:defRPr sz="2100" b="1">
                <a:solidFill>
                  <a:srgbClr val="111111"/>
                </a:solidFill>
                <a:latin typeface="Arial"/>
                <a:ea typeface="Arial"/>
                <a:cs typeface="Arial"/>
              </a:defRPr>
            </a:pPr>
            <a:r>
              <a:rPr sz="2100" b="1" dirty="0" err="1">
                <a:solidFill>
                  <a:srgbClr val="111111"/>
                </a:solidFill>
                <a:latin typeface="Arial"/>
                <a:ea typeface="Arial"/>
                <a:cs typeface="Arial"/>
              </a:rPr>
              <a:t>Yrd</a:t>
            </a:r>
            <a:r>
              <a:rPr sz="2100" b="1" dirty="0">
                <a:solidFill>
                  <a:srgbClr val="111111"/>
                </a:solidFill>
                <a:latin typeface="Arial"/>
                <a:ea typeface="Arial"/>
                <a:cs typeface="Arial"/>
              </a:rPr>
              <a:t>. </a:t>
            </a:r>
            <a:r>
              <a:rPr sz="2100" b="1" dirty="0" err="1">
                <a:solidFill>
                  <a:srgbClr val="111111"/>
                </a:solidFill>
                <a:latin typeface="Arial"/>
                <a:ea typeface="Arial"/>
                <a:cs typeface="Arial"/>
              </a:rPr>
              <a:t>Doç</a:t>
            </a:r>
            <a:r>
              <a:rPr sz="2100" b="1" dirty="0">
                <a:solidFill>
                  <a:srgbClr val="111111"/>
                </a:solidFill>
                <a:latin typeface="Arial"/>
                <a:ea typeface="Arial"/>
                <a:cs typeface="Arial"/>
              </a:rPr>
              <a:t>. Dr. Sibel </a:t>
            </a:r>
            <a:r>
              <a:rPr sz="2100" b="1" dirty="0" err="1">
                <a:solidFill>
                  <a:srgbClr val="111111"/>
                </a:solidFill>
                <a:latin typeface="Arial"/>
                <a:ea typeface="Arial"/>
                <a:cs typeface="Arial"/>
              </a:rPr>
              <a:t>Solyalı</a:t>
            </a:r>
            <a:endParaRPr sz="2100" b="1" dirty="0">
              <a:solidFill>
                <a:srgbClr val="111111"/>
              </a:solidFill>
              <a:latin typeface="Arial"/>
              <a:ea typeface="Arial"/>
              <a:cs typeface="Arial"/>
            </a:endParaRPr>
          </a:p>
          <a:p>
            <a:pPr>
              <a:buNone/>
              <a:defRPr sz="2100" b="1">
                <a:solidFill>
                  <a:srgbClr val="111111"/>
                </a:solidFill>
                <a:latin typeface="Arial"/>
                <a:ea typeface="Arial"/>
                <a:cs typeface="Arial"/>
              </a:defRPr>
            </a:pPr>
            <a:r>
              <a:rPr sz="2100" b="1" dirty="0">
                <a:solidFill>
                  <a:srgbClr val="111111"/>
                </a:solidFill>
                <a:latin typeface="Arial"/>
                <a:ea typeface="Arial"/>
                <a:cs typeface="Arial"/>
              </a:rPr>
              <a:t>Dr. Fazıl </a:t>
            </a:r>
            <a:r>
              <a:rPr sz="2100" b="1" dirty="0" err="1">
                <a:solidFill>
                  <a:srgbClr val="111111"/>
                </a:solidFill>
                <a:latin typeface="Arial"/>
                <a:ea typeface="Arial"/>
                <a:cs typeface="Arial"/>
              </a:rPr>
              <a:t>Küçük</a:t>
            </a:r>
            <a:r>
              <a:rPr sz="2100" b="1" dirty="0">
                <a:solidFill>
                  <a:srgbClr val="111111"/>
                </a:solidFill>
                <a:latin typeface="Arial"/>
                <a:ea typeface="Arial"/>
                <a:cs typeface="Arial"/>
              </a:rPr>
              <a:t> </a:t>
            </a:r>
            <a:r>
              <a:rPr sz="2100" b="1" dirty="0" err="1">
                <a:solidFill>
                  <a:srgbClr val="111111"/>
                </a:solidFill>
                <a:latin typeface="Arial"/>
                <a:ea typeface="Arial"/>
                <a:cs typeface="Arial"/>
              </a:rPr>
              <a:t>Eğitim</a:t>
            </a:r>
            <a:r>
              <a:rPr sz="2100" b="1" dirty="0">
                <a:solidFill>
                  <a:srgbClr val="111111"/>
                </a:solidFill>
                <a:latin typeface="Arial"/>
                <a:ea typeface="Arial"/>
                <a:cs typeface="Arial"/>
              </a:rPr>
              <a:t> </a:t>
            </a:r>
            <a:r>
              <a:rPr sz="2100" b="1" dirty="0" err="1">
                <a:solidFill>
                  <a:srgbClr val="111111"/>
                </a:solidFill>
                <a:latin typeface="Arial"/>
                <a:ea typeface="Arial"/>
                <a:cs typeface="Arial"/>
              </a:rPr>
              <a:t>Fakültesi</a:t>
            </a:r>
            <a:endParaRPr sz="2100" b="1" dirty="0">
              <a:solidFill>
                <a:srgbClr val="111111"/>
              </a:solidFill>
              <a:latin typeface="Arial"/>
              <a:ea typeface="Arial"/>
              <a:cs typeface="Arial"/>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33D34D-7E34-9643-D11B-CE782DEE1F83}"/>
              </a:ext>
            </a:extLst>
          </p:cNvPr>
          <p:cNvSpPr>
            <a:spLocks noGrp="1"/>
          </p:cNvSpPr>
          <p:nvPr>
            <p:ph type="sldNum" idx="10"/>
          </p:nvPr>
        </p:nvSpPr>
        <p:spPr/>
        <p:txBody>
          <a:bodyPr/>
          <a:lstStyle/>
          <a:p>
            <a:fld id="{48F63A3B-78C7-47BE-AE5E-E10140E04643}" type="slidenum">
              <a:rPr lang="en-US" smtClean="0"/>
              <a:t>2</a:t>
            </a:fld>
            <a:endParaRPr lang="en-US"/>
          </a:p>
        </p:txBody>
      </p:sp>
      <p:pic>
        <p:nvPicPr>
          <p:cNvPr id="1026" name="Picture 2" descr="Sosyal Değişme ve Değerler – Meriç Yıldırım">
            <a:extLst>
              <a:ext uri="{FF2B5EF4-FFF2-40B4-BE49-F238E27FC236}">
                <a16:creationId xmlns:a16="http://schemas.microsoft.com/office/drawing/2014/main" id="{CAD20642-C661-A86E-148C-8CBFBF99FD4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4713" y="692943"/>
            <a:ext cx="7527806" cy="4888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4762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58B263-3BFC-D8A1-5C0E-60C7BD65A60A}"/>
              </a:ext>
            </a:extLst>
          </p:cNvPr>
          <p:cNvSpPr>
            <a:spLocks noGrp="1"/>
          </p:cNvSpPr>
          <p:nvPr>
            <p:ph idx="1"/>
          </p:nvPr>
        </p:nvSpPr>
        <p:spPr>
          <a:xfrm>
            <a:off x="369651" y="628740"/>
            <a:ext cx="9902758" cy="3207344"/>
          </a:xfrm>
        </p:spPr>
        <p:txBody>
          <a:bodyPr/>
          <a:lstStyle/>
          <a:p>
            <a:r>
              <a:rPr lang="en-US" dirty="0" err="1"/>
              <a:t>Sosyolojide</a:t>
            </a:r>
            <a:r>
              <a:rPr lang="en-US" dirty="0"/>
              <a:t> </a:t>
            </a:r>
            <a:r>
              <a:rPr lang="en-US" b="1" dirty="0" err="1"/>
              <a:t>statü</a:t>
            </a:r>
            <a:r>
              <a:rPr lang="en-US" dirty="0"/>
              <a:t>, </a:t>
            </a:r>
            <a:r>
              <a:rPr lang="en-US" b="1" dirty="0"/>
              <a:t>norm</a:t>
            </a:r>
            <a:r>
              <a:rPr lang="en-US" dirty="0"/>
              <a:t> </a:t>
            </a:r>
            <a:r>
              <a:rPr lang="en-US" dirty="0" err="1"/>
              <a:t>ve</a:t>
            </a:r>
            <a:r>
              <a:rPr lang="en-US" dirty="0"/>
              <a:t> </a:t>
            </a:r>
            <a:r>
              <a:rPr lang="en-US" b="1" dirty="0" err="1"/>
              <a:t>değer</a:t>
            </a:r>
            <a:r>
              <a:rPr lang="en-US" dirty="0"/>
              <a:t> </a:t>
            </a:r>
            <a:r>
              <a:rPr lang="en-US" dirty="0" err="1"/>
              <a:t>kavramları</a:t>
            </a:r>
            <a:r>
              <a:rPr lang="en-US" dirty="0"/>
              <a:t> </a:t>
            </a:r>
            <a:r>
              <a:rPr lang="en-US" dirty="0" err="1"/>
              <a:t>toplumsal</a:t>
            </a:r>
            <a:r>
              <a:rPr lang="en-US" dirty="0"/>
              <a:t> </a:t>
            </a:r>
            <a:r>
              <a:rPr lang="en-US" dirty="0" err="1"/>
              <a:t>düzeni</a:t>
            </a:r>
            <a:r>
              <a:rPr lang="en-US" dirty="0"/>
              <a:t>, </a:t>
            </a:r>
            <a:r>
              <a:rPr lang="en-US" dirty="0" err="1"/>
              <a:t>bireylerin</a:t>
            </a:r>
            <a:r>
              <a:rPr lang="en-US" dirty="0"/>
              <a:t> </a:t>
            </a:r>
            <a:r>
              <a:rPr lang="en-US" dirty="0" err="1"/>
              <a:t>rollerini</a:t>
            </a:r>
            <a:r>
              <a:rPr lang="en-US" dirty="0"/>
              <a:t> </a:t>
            </a:r>
            <a:r>
              <a:rPr lang="en-US" dirty="0" err="1"/>
              <a:t>ve</a:t>
            </a:r>
            <a:r>
              <a:rPr lang="en-US" dirty="0"/>
              <a:t> </a:t>
            </a:r>
            <a:r>
              <a:rPr lang="en-US" dirty="0" err="1"/>
              <a:t>grup</a:t>
            </a:r>
            <a:r>
              <a:rPr lang="en-US" dirty="0"/>
              <a:t> </a:t>
            </a:r>
            <a:r>
              <a:rPr lang="en-US" dirty="0" err="1"/>
              <a:t>içi</a:t>
            </a:r>
            <a:r>
              <a:rPr lang="en-US" dirty="0"/>
              <a:t> </a:t>
            </a:r>
            <a:r>
              <a:rPr lang="en-US" dirty="0" err="1"/>
              <a:t>etkileşimleri</a:t>
            </a:r>
            <a:r>
              <a:rPr lang="en-US" dirty="0"/>
              <a:t> </a:t>
            </a:r>
            <a:r>
              <a:rPr lang="en-US" dirty="0" err="1"/>
              <a:t>açıklayan</a:t>
            </a:r>
            <a:r>
              <a:rPr lang="en-US" dirty="0"/>
              <a:t> </a:t>
            </a:r>
            <a:r>
              <a:rPr lang="en-US" dirty="0" err="1"/>
              <a:t>temel</a:t>
            </a:r>
            <a:r>
              <a:rPr lang="en-US" dirty="0"/>
              <a:t> </a:t>
            </a:r>
            <a:r>
              <a:rPr lang="en-US" dirty="0" err="1"/>
              <a:t>taşlardır</a:t>
            </a:r>
            <a:r>
              <a:rPr lang="tr-TR" dirty="0"/>
              <a:t>.</a:t>
            </a:r>
            <a:endParaRPr lang="en-US" dirty="0"/>
          </a:p>
        </p:txBody>
      </p:sp>
      <p:sp>
        <p:nvSpPr>
          <p:cNvPr id="4" name="Slide Number Placeholder 3">
            <a:extLst>
              <a:ext uri="{FF2B5EF4-FFF2-40B4-BE49-F238E27FC236}">
                <a16:creationId xmlns:a16="http://schemas.microsoft.com/office/drawing/2014/main" id="{ED379D84-1282-9EB6-0860-B9E657FF26DA}"/>
              </a:ext>
            </a:extLst>
          </p:cNvPr>
          <p:cNvSpPr>
            <a:spLocks noGrp="1"/>
          </p:cNvSpPr>
          <p:nvPr>
            <p:ph type="sldNum" idx="10"/>
          </p:nvPr>
        </p:nvSpPr>
        <p:spPr/>
        <p:txBody>
          <a:bodyPr/>
          <a:lstStyle/>
          <a:p>
            <a:fld id="{48F63A3B-78C7-47BE-AE5E-E10140E04643}" type="slidenum">
              <a:rPr lang="en-US" smtClean="0"/>
              <a:t>3</a:t>
            </a:fld>
            <a:endParaRPr lang="en-US"/>
          </a:p>
        </p:txBody>
      </p:sp>
    </p:spTree>
    <p:extLst>
      <p:ext uri="{BB962C8B-B14F-4D97-AF65-F5344CB8AC3E}">
        <p14:creationId xmlns:p14="http://schemas.microsoft.com/office/powerpoint/2010/main" val="1737739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Statü nedir?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Statü, kişinin bir grup veya toplum içindeki konumudur.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Öğrenci, öğretmen, kardeş ve komşu birer statü örneğidir.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kişi aynı anda birden fazla statüye sahip olabilir.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Temel soru: Bu kişi, bu ilişkide hangi konumdadır?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EE5B3003-2C54-13C6-9832-7637201064DE}" type="slidenum">
              <a:rPr/>
              <a:t>4</a:t>
            </a:fld>
            <a:endParaRPr/>
          </a:p>
        </p:txBody>
      </p:sp>
    </p:spTree>
    <p:extLst>
      <p:ext uri="{BB962C8B-B14F-4D97-AF65-F5344CB8AC3E}">
        <p14:creationId xmlns:p14="http://schemas.microsoft.com/office/powerpoint/2010/main" val="3209211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47F240-AD41-6A34-693A-7E177C0B51FB}"/>
              </a:ext>
            </a:extLst>
          </p:cNvPr>
          <p:cNvSpPr>
            <a:spLocks noGrp="1"/>
          </p:cNvSpPr>
          <p:nvPr>
            <p:ph type="sldNum" idx="10"/>
          </p:nvPr>
        </p:nvSpPr>
        <p:spPr/>
        <p:txBody>
          <a:bodyPr/>
          <a:lstStyle/>
          <a:p>
            <a:fld id="{48F63A3B-78C7-47BE-AE5E-E10140E04643}" type="slidenum">
              <a:rPr lang="en-US" smtClean="0"/>
              <a:t>5</a:t>
            </a:fld>
            <a:endParaRPr lang="en-US"/>
          </a:p>
        </p:txBody>
      </p:sp>
      <p:pic>
        <p:nvPicPr>
          <p:cNvPr id="3074" name="Picture 2" descr="Sosyal Statü Nedir? Sosyal Statü Ne Demek?">
            <a:extLst>
              <a:ext uri="{FF2B5EF4-FFF2-40B4-BE49-F238E27FC236}">
                <a16:creationId xmlns:a16="http://schemas.microsoft.com/office/drawing/2014/main" id="{34F1F32C-FD35-D75F-D73C-C9A40240A9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115" y="262646"/>
            <a:ext cx="8798059" cy="5651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863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a:solidFill>
                  <a:srgbClr val="252B87"/>
                </a:solidFill>
                <a:latin typeface="Arial"/>
                <a:ea typeface="Arial"/>
                <a:cs typeface="Arial"/>
              </a:rPr>
              <a:t>Bir </a:t>
            </a:r>
            <a:r>
              <a:rPr sz="1950" b="1" dirty="0" err="1">
                <a:solidFill>
                  <a:srgbClr val="252B87"/>
                </a:solidFill>
                <a:latin typeface="Arial"/>
                <a:ea typeface="Arial"/>
                <a:cs typeface="Arial"/>
              </a:rPr>
              <a:t>kişinin</a:t>
            </a:r>
            <a:r>
              <a:rPr sz="1950" b="1" dirty="0">
                <a:solidFill>
                  <a:srgbClr val="252B87"/>
                </a:solidFill>
                <a:latin typeface="Arial"/>
                <a:ea typeface="Arial"/>
                <a:cs typeface="Arial"/>
              </a:rPr>
              <a:t> </a:t>
            </a:r>
            <a:r>
              <a:rPr sz="1950" b="1" dirty="0" err="1">
                <a:solidFill>
                  <a:srgbClr val="252B87"/>
                </a:solidFill>
                <a:latin typeface="Arial"/>
                <a:ea typeface="Arial"/>
                <a:cs typeface="Arial"/>
              </a:rPr>
              <a:t>statüleri</a:t>
            </a:r>
            <a:endParaRPr lang="tr-TR" b="1" dirty="0"/>
          </a:p>
          <a:p>
            <a:pPr>
              <a:spcAft>
                <a:spcPts val="28"/>
              </a:spcAft>
              <a:defRPr sz="1950">
                <a:solidFill>
                  <a:srgbClr val="252B87"/>
                </a:solidFill>
                <a:latin typeface="Arial"/>
                <a:ea typeface="Arial"/>
                <a:cs typeface="Arial"/>
              </a:defRPr>
            </a:pPr>
            <a:r>
              <a:rPr lang="tr-TR" dirty="0"/>
              <a:t>Su</a:t>
            </a:r>
            <a:r>
              <a:rPr sz="1950" dirty="0">
                <a:solidFill>
                  <a:srgbClr val="252B87"/>
                </a:solidFill>
                <a:latin typeface="Arial"/>
                <a:ea typeface="Arial"/>
                <a:cs typeface="Arial"/>
              </a:rPr>
              <a:t> </a:t>
            </a:r>
            <a:r>
              <a:rPr sz="1950" dirty="0" err="1">
                <a:solidFill>
                  <a:srgbClr val="252B87"/>
                </a:solidFill>
                <a:latin typeface="Arial"/>
                <a:ea typeface="Arial"/>
                <a:cs typeface="Arial"/>
              </a:rPr>
              <a:t>okulda</a:t>
            </a:r>
            <a:r>
              <a:rPr sz="1950" dirty="0">
                <a:solidFill>
                  <a:srgbClr val="252B87"/>
                </a:solidFill>
                <a:latin typeface="Arial"/>
                <a:ea typeface="Arial"/>
                <a:cs typeface="Arial"/>
              </a:rPr>
              <a:t> </a:t>
            </a:r>
            <a:r>
              <a:rPr sz="1950" dirty="0" err="1">
                <a:solidFill>
                  <a:srgbClr val="252B87"/>
                </a:solidFill>
                <a:latin typeface="Arial"/>
                <a:ea typeface="Arial"/>
                <a:cs typeface="Arial"/>
              </a:rPr>
              <a:t>öğrenci</a:t>
            </a:r>
            <a:r>
              <a:rPr sz="1950" dirty="0">
                <a:solidFill>
                  <a:srgbClr val="252B87"/>
                </a:solidFill>
                <a:latin typeface="Arial"/>
                <a:ea typeface="Arial"/>
                <a:cs typeface="Arial"/>
              </a:rPr>
              <a:t>, </a:t>
            </a:r>
            <a:r>
              <a:rPr sz="1950" dirty="0" err="1">
                <a:solidFill>
                  <a:srgbClr val="252B87"/>
                </a:solidFill>
                <a:latin typeface="Arial"/>
                <a:ea typeface="Arial"/>
                <a:cs typeface="Arial"/>
              </a:rPr>
              <a:t>evde</a:t>
            </a:r>
            <a:r>
              <a:rPr sz="1950" dirty="0">
                <a:solidFill>
                  <a:srgbClr val="252B87"/>
                </a:solidFill>
                <a:latin typeface="Arial"/>
                <a:ea typeface="Arial"/>
                <a:cs typeface="Arial"/>
              </a:rPr>
              <a:t> </a:t>
            </a:r>
            <a:r>
              <a:rPr sz="1950" dirty="0" err="1">
                <a:solidFill>
                  <a:srgbClr val="252B87"/>
                </a:solidFill>
                <a:latin typeface="Arial"/>
                <a:ea typeface="Arial"/>
                <a:cs typeface="Arial"/>
              </a:rPr>
              <a:t>kardeş</a:t>
            </a:r>
            <a:r>
              <a:rPr sz="1950" dirty="0">
                <a:solidFill>
                  <a:srgbClr val="252B87"/>
                </a:solidFill>
                <a:latin typeface="Arial"/>
                <a:ea typeface="Arial"/>
                <a:cs typeface="Arial"/>
              </a:rPr>
              <a:t>, </a:t>
            </a:r>
            <a:r>
              <a:rPr lang="tr-TR" sz="1950" dirty="0">
                <a:solidFill>
                  <a:srgbClr val="252B87"/>
                </a:solidFill>
                <a:latin typeface="Arial"/>
                <a:ea typeface="Arial"/>
                <a:cs typeface="Arial"/>
              </a:rPr>
              <a:t>okulda </a:t>
            </a:r>
            <a:r>
              <a:rPr lang="tr-TR" dirty="0"/>
              <a:t>asistan</a:t>
            </a:r>
            <a:r>
              <a:rPr sz="1950" dirty="0">
                <a:solidFill>
                  <a:srgbClr val="252B87"/>
                </a:solidFill>
                <a:latin typeface="Arial"/>
                <a:ea typeface="Arial"/>
                <a:cs typeface="Arial"/>
              </a:rPr>
              <a:t> </a:t>
            </a:r>
            <a:r>
              <a:rPr sz="1950" dirty="0" err="1">
                <a:solidFill>
                  <a:srgbClr val="252B87"/>
                </a:solidFill>
                <a:latin typeface="Arial"/>
                <a:ea typeface="Arial"/>
                <a:cs typeface="Arial"/>
              </a:rPr>
              <a:t>olabilir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Bu </a:t>
            </a:r>
            <a:r>
              <a:rPr sz="1950" dirty="0" err="1">
                <a:solidFill>
                  <a:srgbClr val="252B87"/>
                </a:solidFill>
                <a:latin typeface="Arial"/>
                <a:ea typeface="Arial"/>
                <a:cs typeface="Arial"/>
              </a:rPr>
              <a:t>konumların</a:t>
            </a:r>
            <a:r>
              <a:rPr sz="1950" dirty="0">
                <a:solidFill>
                  <a:srgbClr val="252B87"/>
                </a:solidFill>
                <a:latin typeface="Arial"/>
                <a:ea typeface="Arial"/>
                <a:cs typeface="Arial"/>
              </a:rPr>
              <a:t> </a:t>
            </a:r>
            <a:r>
              <a:rPr sz="1950" dirty="0" err="1">
                <a:solidFill>
                  <a:srgbClr val="252B87"/>
                </a:solidFill>
                <a:latin typeface="Arial"/>
                <a:ea typeface="Arial"/>
                <a:cs typeface="Arial"/>
              </a:rPr>
              <a:t>tamamı</a:t>
            </a:r>
            <a:r>
              <a:rPr sz="1950" dirty="0">
                <a:solidFill>
                  <a:srgbClr val="252B87"/>
                </a:solidFill>
                <a:latin typeface="Arial"/>
                <a:ea typeface="Arial"/>
                <a:cs typeface="Arial"/>
              </a:rPr>
              <a:t> </a:t>
            </a:r>
            <a:r>
              <a:rPr lang="tr-TR" sz="1950" dirty="0">
                <a:solidFill>
                  <a:srgbClr val="252B87"/>
                </a:solidFill>
                <a:latin typeface="Arial"/>
                <a:ea typeface="Arial"/>
                <a:cs typeface="Arial"/>
              </a:rPr>
              <a:t>Su’nun</a:t>
            </a:r>
            <a:r>
              <a:rPr sz="1950" dirty="0">
                <a:solidFill>
                  <a:srgbClr val="252B87"/>
                </a:solidFill>
                <a:latin typeface="Arial"/>
                <a:ea typeface="Arial"/>
                <a:cs typeface="Arial"/>
              </a:rPr>
              <a:t> </a:t>
            </a:r>
            <a:r>
              <a:rPr sz="1950" dirty="0" err="1">
                <a:solidFill>
                  <a:srgbClr val="252B87"/>
                </a:solidFill>
                <a:latin typeface="Arial"/>
                <a:ea typeface="Arial"/>
                <a:cs typeface="Arial"/>
              </a:rPr>
              <a:t>statü</a:t>
            </a:r>
            <a:r>
              <a:rPr sz="1950" dirty="0">
                <a:solidFill>
                  <a:srgbClr val="252B87"/>
                </a:solidFill>
                <a:latin typeface="Arial"/>
                <a:ea typeface="Arial"/>
                <a:cs typeface="Arial"/>
              </a:rPr>
              <a:t> </a:t>
            </a:r>
            <a:r>
              <a:rPr sz="1950" dirty="0" err="1">
                <a:solidFill>
                  <a:srgbClr val="252B87"/>
                </a:solidFill>
                <a:latin typeface="Arial"/>
                <a:ea typeface="Arial"/>
                <a:cs typeface="Arial"/>
              </a:rPr>
              <a:t>takımını</a:t>
            </a:r>
            <a:r>
              <a:rPr sz="1950" dirty="0">
                <a:solidFill>
                  <a:srgbClr val="252B87"/>
                </a:solidFill>
                <a:latin typeface="Arial"/>
                <a:ea typeface="Arial"/>
                <a:cs typeface="Arial"/>
              </a:rPr>
              <a:t> </a:t>
            </a:r>
            <a:r>
              <a:rPr sz="1950" dirty="0" err="1">
                <a:solidFill>
                  <a:srgbClr val="252B87"/>
                </a:solidFill>
                <a:latin typeface="Arial"/>
                <a:ea typeface="Arial"/>
                <a:cs typeface="Arial"/>
              </a:rPr>
              <a:t>oluşturur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Bir </a:t>
            </a:r>
            <a:r>
              <a:rPr sz="1950" dirty="0" err="1">
                <a:solidFill>
                  <a:srgbClr val="252B87"/>
                </a:solidFill>
                <a:latin typeface="Arial"/>
                <a:ea typeface="Arial"/>
                <a:cs typeface="Arial"/>
              </a:rPr>
              <a:t>statü</a:t>
            </a:r>
            <a:r>
              <a:rPr sz="1950" dirty="0">
                <a:solidFill>
                  <a:srgbClr val="252B87"/>
                </a:solidFill>
                <a:latin typeface="Arial"/>
                <a:ea typeface="Arial"/>
                <a:cs typeface="Arial"/>
              </a:rPr>
              <a:t> </a:t>
            </a:r>
            <a:r>
              <a:rPr sz="1950" dirty="0" err="1">
                <a:solidFill>
                  <a:srgbClr val="252B87"/>
                </a:solidFill>
                <a:latin typeface="Arial"/>
                <a:ea typeface="Arial"/>
                <a:cs typeface="Arial"/>
              </a:rPr>
              <a:t>diğerini</a:t>
            </a:r>
            <a:r>
              <a:rPr sz="1950" dirty="0">
                <a:solidFill>
                  <a:srgbClr val="252B87"/>
                </a:solidFill>
                <a:latin typeface="Arial"/>
                <a:ea typeface="Arial"/>
                <a:cs typeface="Arial"/>
              </a:rPr>
              <a:t> </a:t>
            </a:r>
            <a:r>
              <a:rPr sz="1950" dirty="0" err="1">
                <a:solidFill>
                  <a:srgbClr val="252B87"/>
                </a:solidFill>
                <a:latin typeface="Arial"/>
                <a:ea typeface="Arial"/>
                <a:cs typeface="Arial"/>
              </a:rPr>
              <a:t>ortadan</a:t>
            </a:r>
            <a:r>
              <a:rPr sz="1950" dirty="0">
                <a:solidFill>
                  <a:srgbClr val="252B87"/>
                </a:solidFill>
                <a:latin typeface="Arial"/>
                <a:ea typeface="Arial"/>
                <a:cs typeface="Arial"/>
              </a:rPr>
              <a:t> </a:t>
            </a:r>
            <a:r>
              <a:rPr sz="1950" dirty="0" err="1">
                <a:solidFill>
                  <a:srgbClr val="252B87"/>
                </a:solidFill>
                <a:latin typeface="Arial"/>
                <a:ea typeface="Arial"/>
                <a:cs typeface="Arial"/>
              </a:rPr>
              <a:t>kaldırmaz</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İçinde</a:t>
            </a:r>
            <a:r>
              <a:rPr sz="1950" dirty="0">
                <a:solidFill>
                  <a:srgbClr val="252B87"/>
                </a:solidFill>
                <a:latin typeface="Arial"/>
                <a:ea typeface="Arial"/>
                <a:cs typeface="Arial"/>
              </a:rPr>
              <a:t> </a:t>
            </a:r>
            <a:r>
              <a:rPr sz="1950" dirty="0" err="1">
                <a:solidFill>
                  <a:srgbClr val="252B87"/>
                </a:solidFill>
                <a:latin typeface="Arial"/>
                <a:ea typeface="Arial"/>
                <a:cs typeface="Arial"/>
              </a:rPr>
              <a:t>bulunduğumuz</a:t>
            </a:r>
            <a:r>
              <a:rPr sz="1950" dirty="0">
                <a:solidFill>
                  <a:srgbClr val="252B87"/>
                </a:solidFill>
                <a:latin typeface="Arial"/>
                <a:ea typeface="Arial"/>
                <a:cs typeface="Arial"/>
              </a:rPr>
              <a:t> </a:t>
            </a:r>
            <a:r>
              <a:rPr sz="1950" dirty="0" err="1">
                <a:solidFill>
                  <a:srgbClr val="252B87"/>
                </a:solidFill>
                <a:latin typeface="Arial"/>
                <a:ea typeface="Arial"/>
                <a:cs typeface="Arial"/>
              </a:rPr>
              <a:t>ortama</a:t>
            </a:r>
            <a:r>
              <a:rPr sz="1950" dirty="0">
                <a:solidFill>
                  <a:srgbClr val="252B87"/>
                </a:solidFill>
                <a:latin typeface="Arial"/>
                <a:ea typeface="Arial"/>
                <a:cs typeface="Arial"/>
              </a:rPr>
              <a:t> </a:t>
            </a:r>
            <a:r>
              <a:rPr sz="1950" dirty="0" err="1">
                <a:solidFill>
                  <a:srgbClr val="252B87"/>
                </a:solidFill>
                <a:latin typeface="Arial"/>
                <a:ea typeface="Arial"/>
                <a:cs typeface="Arial"/>
              </a:rPr>
              <a:t>göre</a:t>
            </a:r>
            <a:r>
              <a:rPr sz="1950" dirty="0">
                <a:solidFill>
                  <a:srgbClr val="252B87"/>
                </a:solidFill>
                <a:latin typeface="Arial"/>
                <a:ea typeface="Arial"/>
                <a:cs typeface="Arial"/>
              </a:rPr>
              <a:t> </a:t>
            </a:r>
            <a:r>
              <a:rPr sz="1950" dirty="0" err="1">
                <a:solidFill>
                  <a:srgbClr val="252B87"/>
                </a:solidFill>
                <a:latin typeface="Arial"/>
                <a:ea typeface="Arial"/>
                <a:cs typeface="Arial"/>
              </a:rPr>
              <a:t>bir</a:t>
            </a:r>
            <a:r>
              <a:rPr sz="1950" dirty="0">
                <a:solidFill>
                  <a:srgbClr val="252B87"/>
                </a:solidFill>
                <a:latin typeface="Arial"/>
                <a:ea typeface="Arial"/>
                <a:cs typeface="Arial"/>
              </a:rPr>
              <a:t> </a:t>
            </a:r>
            <a:r>
              <a:rPr sz="1950" dirty="0" err="1">
                <a:solidFill>
                  <a:srgbClr val="252B87"/>
                </a:solidFill>
                <a:latin typeface="Arial"/>
                <a:ea typeface="Arial"/>
                <a:cs typeface="Arial"/>
              </a:rPr>
              <a:t>statümüz</a:t>
            </a:r>
            <a:r>
              <a:rPr sz="1950" dirty="0">
                <a:solidFill>
                  <a:srgbClr val="252B87"/>
                </a:solidFill>
                <a:latin typeface="Arial"/>
                <a:ea typeface="Arial"/>
                <a:cs typeface="Arial"/>
              </a:rPr>
              <a:t> </a:t>
            </a:r>
            <a:r>
              <a:rPr sz="1950" dirty="0" err="1">
                <a:solidFill>
                  <a:srgbClr val="252B87"/>
                </a:solidFill>
                <a:latin typeface="Arial"/>
                <a:ea typeface="Arial"/>
                <a:cs typeface="Arial"/>
              </a:rPr>
              <a:t>daha</a:t>
            </a:r>
            <a:r>
              <a:rPr sz="1950" dirty="0">
                <a:solidFill>
                  <a:srgbClr val="252B87"/>
                </a:solidFill>
                <a:latin typeface="Arial"/>
                <a:ea typeface="Arial"/>
                <a:cs typeface="Arial"/>
              </a:rPr>
              <a:t> </a:t>
            </a:r>
            <a:r>
              <a:rPr sz="1950" dirty="0" err="1">
                <a:solidFill>
                  <a:srgbClr val="252B87"/>
                </a:solidFill>
                <a:latin typeface="Arial"/>
                <a:ea typeface="Arial"/>
                <a:cs typeface="Arial"/>
              </a:rPr>
              <a:t>görünür</a:t>
            </a:r>
            <a:r>
              <a:rPr sz="1950" dirty="0">
                <a:solidFill>
                  <a:srgbClr val="252B87"/>
                </a:solidFill>
                <a:latin typeface="Arial"/>
                <a:ea typeface="Arial"/>
                <a:cs typeface="Arial"/>
              </a:rPr>
              <a:t> </a:t>
            </a:r>
            <a:r>
              <a:rPr sz="1950" dirty="0" err="1">
                <a:solidFill>
                  <a:srgbClr val="252B87"/>
                </a:solidFill>
                <a:latin typeface="Arial"/>
                <a:ea typeface="Arial"/>
                <a:cs typeface="Arial"/>
              </a:rPr>
              <a:t>olabilir</a:t>
            </a:r>
            <a:r>
              <a:rPr sz="1950" dirty="0">
                <a:solidFill>
                  <a:srgbClr val="252B87"/>
                </a:solidFill>
                <a:latin typeface="Arial"/>
                <a:ea typeface="Arial"/>
                <a:cs typeface="Arial"/>
              </a:rPr>
              <a:t>.</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8C630A04-5A25-9E0C-9436-126091DB86B3}" type="slidenum">
              <a:rPr/>
              <a:t>6</a:t>
            </a:fld>
            <a:endParaRPr/>
          </a:p>
        </p:txBody>
      </p:sp>
    </p:spTree>
    <p:extLst>
      <p:ext uri="{BB962C8B-B14F-4D97-AF65-F5344CB8AC3E}">
        <p14:creationId xmlns:p14="http://schemas.microsoft.com/office/powerpoint/2010/main" val="3209211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A36F75-6307-B6B9-21A4-DD4BA730DC36}"/>
              </a:ext>
            </a:extLst>
          </p:cNvPr>
          <p:cNvSpPr>
            <a:spLocks noGrp="1"/>
          </p:cNvSpPr>
          <p:nvPr>
            <p:ph type="sldNum" idx="10"/>
          </p:nvPr>
        </p:nvSpPr>
        <p:spPr/>
        <p:txBody>
          <a:bodyPr/>
          <a:lstStyle/>
          <a:p>
            <a:fld id="{48F63A3B-78C7-47BE-AE5E-E10140E04643}" type="slidenum">
              <a:rPr lang="en-US" smtClean="0"/>
              <a:t>7</a:t>
            </a:fld>
            <a:endParaRPr lang="en-US"/>
          </a:p>
        </p:txBody>
      </p:sp>
      <p:pic>
        <p:nvPicPr>
          <p:cNvPr id="4098" name="Picture 2" descr="Sosyal Statü Ve Roller Nedir">
            <a:extLst>
              <a:ext uri="{FF2B5EF4-FFF2-40B4-BE49-F238E27FC236}">
                <a16:creationId xmlns:a16="http://schemas.microsoft.com/office/drawing/2014/main" id="{4D74236A-C2A3-0E40-65B5-D6076969856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5974" y="457199"/>
            <a:ext cx="8064230" cy="5768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268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err="1">
                <a:solidFill>
                  <a:srgbClr val="252B87"/>
                </a:solidFill>
                <a:latin typeface="Arial"/>
                <a:ea typeface="Arial"/>
                <a:cs typeface="Arial"/>
              </a:rPr>
              <a:t>Verilmiş</a:t>
            </a:r>
            <a:r>
              <a:rPr sz="1950" b="1" dirty="0">
                <a:solidFill>
                  <a:srgbClr val="252B87"/>
                </a:solidFill>
                <a:latin typeface="Arial"/>
                <a:ea typeface="Arial"/>
                <a:cs typeface="Arial"/>
              </a:rPr>
              <a:t> </a:t>
            </a:r>
            <a:r>
              <a:rPr sz="1950" b="1" dirty="0" err="1">
                <a:solidFill>
                  <a:srgbClr val="252B87"/>
                </a:solidFill>
                <a:latin typeface="Arial"/>
                <a:ea typeface="Arial"/>
                <a:cs typeface="Arial"/>
              </a:rPr>
              <a:t>statü</a:t>
            </a:r>
            <a:endParaRPr sz="1950" b="1"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Kişinin</a:t>
            </a:r>
            <a:r>
              <a:rPr sz="1950" dirty="0">
                <a:solidFill>
                  <a:srgbClr val="252B87"/>
                </a:solidFill>
                <a:latin typeface="Arial"/>
                <a:ea typeface="Arial"/>
                <a:cs typeface="Arial"/>
              </a:rPr>
              <a:t> </a:t>
            </a:r>
            <a:r>
              <a:rPr sz="1950" dirty="0" err="1">
                <a:solidFill>
                  <a:srgbClr val="252B87"/>
                </a:solidFill>
                <a:latin typeface="Arial"/>
                <a:ea typeface="Arial"/>
                <a:cs typeface="Arial"/>
              </a:rPr>
              <a:t>kendi</a:t>
            </a:r>
            <a:r>
              <a:rPr sz="1950" dirty="0">
                <a:solidFill>
                  <a:srgbClr val="252B87"/>
                </a:solidFill>
                <a:latin typeface="Arial"/>
                <a:ea typeface="Arial"/>
                <a:cs typeface="Arial"/>
              </a:rPr>
              <a:t> </a:t>
            </a:r>
            <a:r>
              <a:rPr sz="1950" dirty="0" err="1">
                <a:solidFill>
                  <a:srgbClr val="252B87"/>
                </a:solidFill>
                <a:latin typeface="Arial"/>
                <a:ea typeface="Arial"/>
                <a:cs typeface="Arial"/>
              </a:rPr>
              <a:t>seçimi</a:t>
            </a:r>
            <a:r>
              <a:rPr sz="1950" dirty="0">
                <a:solidFill>
                  <a:srgbClr val="252B87"/>
                </a:solidFill>
                <a:latin typeface="Arial"/>
                <a:ea typeface="Arial"/>
                <a:cs typeface="Arial"/>
              </a:rPr>
              <a:t> </a:t>
            </a:r>
            <a:r>
              <a:rPr sz="1950" dirty="0" err="1">
                <a:solidFill>
                  <a:srgbClr val="252B87"/>
                </a:solidFill>
                <a:latin typeface="Arial"/>
                <a:ea typeface="Arial"/>
                <a:cs typeface="Arial"/>
              </a:rPr>
              <a:t>veya</a:t>
            </a:r>
            <a:r>
              <a:rPr sz="1950" dirty="0">
                <a:solidFill>
                  <a:srgbClr val="252B87"/>
                </a:solidFill>
                <a:latin typeface="Arial"/>
                <a:ea typeface="Arial"/>
                <a:cs typeface="Arial"/>
              </a:rPr>
              <a:t> </a:t>
            </a:r>
            <a:r>
              <a:rPr sz="1950" dirty="0" err="1">
                <a:solidFill>
                  <a:srgbClr val="252B87"/>
                </a:solidFill>
                <a:latin typeface="Arial"/>
                <a:ea typeface="Arial"/>
                <a:cs typeface="Arial"/>
              </a:rPr>
              <a:t>kişisel</a:t>
            </a:r>
            <a:r>
              <a:rPr sz="1950" dirty="0">
                <a:solidFill>
                  <a:srgbClr val="252B87"/>
                </a:solidFill>
                <a:latin typeface="Arial"/>
                <a:ea typeface="Arial"/>
                <a:cs typeface="Arial"/>
              </a:rPr>
              <a:t> </a:t>
            </a:r>
            <a:r>
              <a:rPr sz="1950" dirty="0" err="1">
                <a:solidFill>
                  <a:srgbClr val="252B87"/>
                </a:solidFill>
                <a:latin typeface="Arial"/>
                <a:ea typeface="Arial"/>
                <a:cs typeface="Arial"/>
              </a:rPr>
              <a:t>başarısı</a:t>
            </a:r>
            <a:r>
              <a:rPr sz="1950" dirty="0">
                <a:solidFill>
                  <a:srgbClr val="252B87"/>
                </a:solidFill>
                <a:latin typeface="Arial"/>
                <a:ea typeface="Arial"/>
                <a:cs typeface="Arial"/>
              </a:rPr>
              <a:t> </a:t>
            </a:r>
            <a:r>
              <a:rPr sz="1950" dirty="0" err="1">
                <a:solidFill>
                  <a:srgbClr val="252B87"/>
                </a:solidFill>
                <a:latin typeface="Arial"/>
                <a:ea typeface="Arial"/>
                <a:cs typeface="Arial"/>
              </a:rPr>
              <a:t>olmadan</a:t>
            </a:r>
            <a:r>
              <a:rPr sz="1950" dirty="0">
                <a:solidFill>
                  <a:srgbClr val="252B87"/>
                </a:solidFill>
                <a:latin typeface="Arial"/>
                <a:ea typeface="Arial"/>
                <a:cs typeface="Arial"/>
              </a:rPr>
              <a:t> </a:t>
            </a:r>
            <a:r>
              <a:rPr sz="1950" dirty="0" err="1">
                <a:solidFill>
                  <a:srgbClr val="252B87"/>
                </a:solidFill>
                <a:latin typeface="Arial"/>
                <a:ea typeface="Arial"/>
                <a:cs typeface="Arial"/>
              </a:rPr>
              <a:t>edindiği</a:t>
            </a:r>
            <a:r>
              <a:rPr sz="1950" dirty="0">
                <a:solidFill>
                  <a:srgbClr val="252B87"/>
                </a:solidFill>
                <a:latin typeface="Arial"/>
                <a:ea typeface="Arial"/>
                <a:cs typeface="Arial"/>
              </a:rPr>
              <a:t> </a:t>
            </a:r>
            <a:r>
              <a:rPr sz="1950" dirty="0" err="1">
                <a:solidFill>
                  <a:srgbClr val="252B87"/>
                </a:solidFill>
                <a:latin typeface="Arial"/>
                <a:ea typeface="Arial"/>
                <a:cs typeface="Arial"/>
              </a:rPr>
              <a:t>konumdur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Bir </a:t>
            </a:r>
            <a:r>
              <a:rPr sz="1950" dirty="0" err="1">
                <a:solidFill>
                  <a:srgbClr val="252B87"/>
                </a:solidFill>
                <a:latin typeface="Arial"/>
                <a:ea typeface="Arial"/>
                <a:cs typeface="Arial"/>
              </a:rPr>
              <a:t>ailede</a:t>
            </a:r>
            <a:r>
              <a:rPr sz="1950" dirty="0">
                <a:solidFill>
                  <a:srgbClr val="252B87"/>
                </a:solidFill>
                <a:latin typeface="Arial"/>
                <a:ea typeface="Arial"/>
                <a:cs typeface="Arial"/>
              </a:rPr>
              <a:t> </a:t>
            </a:r>
            <a:r>
              <a:rPr sz="1950" dirty="0" err="1">
                <a:solidFill>
                  <a:srgbClr val="252B87"/>
                </a:solidFill>
                <a:latin typeface="Arial"/>
                <a:ea typeface="Arial"/>
                <a:cs typeface="Arial"/>
              </a:rPr>
              <a:t>çocuk</a:t>
            </a:r>
            <a:r>
              <a:rPr sz="1950" dirty="0">
                <a:solidFill>
                  <a:srgbClr val="252B87"/>
                </a:solidFill>
                <a:latin typeface="Arial"/>
                <a:ea typeface="Arial"/>
                <a:cs typeface="Arial"/>
              </a:rPr>
              <a:t> </a:t>
            </a:r>
            <a:r>
              <a:rPr sz="1950" dirty="0" err="1">
                <a:solidFill>
                  <a:srgbClr val="252B87"/>
                </a:solidFill>
                <a:latin typeface="Arial"/>
                <a:ea typeface="Arial"/>
                <a:cs typeface="Arial"/>
              </a:rPr>
              <a:t>olarak</a:t>
            </a:r>
            <a:r>
              <a:rPr sz="1950" dirty="0">
                <a:solidFill>
                  <a:srgbClr val="252B87"/>
                </a:solidFill>
                <a:latin typeface="Arial"/>
                <a:ea typeface="Arial"/>
                <a:cs typeface="Arial"/>
              </a:rPr>
              <a:t> </a:t>
            </a:r>
            <a:r>
              <a:rPr sz="1950" dirty="0" err="1">
                <a:solidFill>
                  <a:srgbClr val="252B87"/>
                </a:solidFill>
                <a:latin typeface="Arial"/>
                <a:ea typeface="Arial"/>
                <a:cs typeface="Arial"/>
              </a:rPr>
              <a:t>doğmak</a:t>
            </a:r>
            <a:r>
              <a:rPr sz="1950" dirty="0">
                <a:solidFill>
                  <a:srgbClr val="252B87"/>
                </a:solidFill>
                <a:latin typeface="Arial"/>
                <a:ea typeface="Arial"/>
                <a:cs typeface="Arial"/>
              </a:rPr>
              <a:t>, </a:t>
            </a:r>
            <a:r>
              <a:rPr sz="1950" dirty="0" err="1">
                <a:solidFill>
                  <a:srgbClr val="252B87"/>
                </a:solidFill>
                <a:latin typeface="Arial"/>
                <a:ea typeface="Arial"/>
                <a:cs typeface="Arial"/>
              </a:rPr>
              <a:t>verilmiş</a:t>
            </a:r>
            <a:r>
              <a:rPr sz="1950" dirty="0">
                <a:solidFill>
                  <a:srgbClr val="252B87"/>
                </a:solidFill>
                <a:latin typeface="Arial"/>
                <a:ea typeface="Arial"/>
                <a:cs typeface="Arial"/>
              </a:rPr>
              <a:t> </a:t>
            </a:r>
            <a:r>
              <a:rPr sz="1950" dirty="0" err="1">
                <a:solidFill>
                  <a:srgbClr val="252B87"/>
                </a:solidFill>
                <a:latin typeface="Arial"/>
                <a:ea typeface="Arial"/>
                <a:cs typeface="Arial"/>
              </a:rPr>
              <a:t>statüye</a:t>
            </a:r>
            <a:r>
              <a:rPr sz="1950" dirty="0">
                <a:solidFill>
                  <a:srgbClr val="252B87"/>
                </a:solidFill>
                <a:latin typeface="Arial"/>
                <a:ea typeface="Arial"/>
                <a:cs typeface="Arial"/>
              </a:rPr>
              <a:t> </a:t>
            </a:r>
            <a:r>
              <a:rPr sz="1950" dirty="0" err="1">
                <a:solidFill>
                  <a:srgbClr val="252B87"/>
                </a:solidFill>
                <a:latin typeface="Arial"/>
                <a:ea typeface="Arial"/>
                <a:cs typeface="Arial"/>
              </a:rPr>
              <a:t>örnektir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Yaşa </a:t>
            </a:r>
            <a:r>
              <a:rPr sz="1950" dirty="0" err="1">
                <a:solidFill>
                  <a:srgbClr val="252B87"/>
                </a:solidFill>
                <a:latin typeface="Arial"/>
                <a:ea typeface="Arial"/>
                <a:cs typeface="Arial"/>
              </a:rPr>
              <a:t>bağlı</a:t>
            </a:r>
            <a:r>
              <a:rPr sz="1950" dirty="0">
                <a:solidFill>
                  <a:srgbClr val="252B87"/>
                </a:solidFill>
                <a:latin typeface="Arial"/>
                <a:ea typeface="Arial"/>
                <a:cs typeface="Arial"/>
              </a:rPr>
              <a:t> </a:t>
            </a:r>
            <a:r>
              <a:rPr sz="1950" dirty="0" err="1">
                <a:solidFill>
                  <a:srgbClr val="252B87"/>
                </a:solidFill>
                <a:latin typeface="Arial"/>
                <a:ea typeface="Arial"/>
                <a:cs typeface="Arial"/>
              </a:rPr>
              <a:t>konumlar</a:t>
            </a:r>
            <a:r>
              <a:rPr sz="1950" dirty="0">
                <a:solidFill>
                  <a:srgbClr val="252B87"/>
                </a:solidFill>
                <a:latin typeface="Arial"/>
                <a:ea typeface="Arial"/>
                <a:cs typeface="Arial"/>
              </a:rPr>
              <a:t> </a:t>
            </a:r>
            <a:r>
              <a:rPr sz="1950" dirty="0" err="1">
                <a:solidFill>
                  <a:srgbClr val="252B87"/>
                </a:solidFill>
                <a:latin typeface="Arial"/>
                <a:ea typeface="Arial"/>
                <a:cs typeface="Arial"/>
              </a:rPr>
              <a:t>kişinin</a:t>
            </a:r>
            <a:r>
              <a:rPr sz="1950" dirty="0">
                <a:solidFill>
                  <a:srgbClr val="252B87"/>
                </a:solidFill>
                <a:latin typeface="Arial"/>
                <a:ea typeface="Arial"/>
                <a:cs typeface="Arial"/>
              </a:rPr>
              <a:t> </a:t>
            </a:r>
            <a:r>
              <a:rPr sz="1950" dirty="0" err="1">
                <a:solidFill>
                  <a:srgbClr val="252B87"/>
                </a:solidFill>
                <a:latin typeface="Arial"/>
                <a:ea typeface="Arial"/>
                <a:cs typeface="Arial"/>
              </a:rPr>
              <a:t>doğrudan</a:t>
            </a:r>
            <a:r>
              <a:rPr sz="1950" dirty="0">
                <a:solidFill>
                  <a:srgbClr val="252B87"/>
                </a:solidFill>
                <a:latin typeface="Arial"/>
                <a:ea typeface="Arial"/>
                <a:cs typeface="Arial"/>
              </a:rPr>
              <a:t> </a:t>
            </a:r>
            <a:r>
              <a:rPr sz="1950" dirty="0" err="1">
                <a:solidFill>
                  <a:srgbClr val="252B87"/>
                </a:solidFill>
                <a:latin typeface="Arial"/>
                <a:ea typeface="Arial"/>
                <a:cs typeface="Arial"/>
              </a:rPr>
              <a:t>seçimine</a:t>
            </a:r>
            <a:r>
              <a:rPr sz="1950" dirty="0">
                <a:solidFill>
                  <a:srgbClr val="252B87"/>
                </a:solidFill>
                <a:latin typeface="Arial"/>
                <a:ea typeface="Arial"/>
                <a:cs typeface="Arial"/>
              </a:rPr>
              <a:t> </a:t>
            </a:r>
            <a:r>
              <a:rPr sz="1950" dirty="0" err="1">
                <a:solidFill>
                  <a:srgbClr val="252B87"/>
                </a:solidFill>
                <a:latin typeface="Arial"/>
                <a:ea typeface="Arial"/>
                <a:cs typeface="Arial"/>
              </a:rPr>
              <a:t>dayanmaz</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Bu </a:t>
            </a:r>
            <a:r>
              <a:rPr sz="1950" dirty="0" err="1">
                <a:solidFill>
                  <a:srgbClr val="252B87"/>
                </a:solidFill>
                <a:latin typeface="Arial"/>
                <a:ea typeface="Arial"/>
                <a:cs typeface="Arial"/>
              </a:rPr>
              <a:t>statüler</a:t>
            </a:r>
            <a:r>
              <a:rPr sz="1950" dirty="0">
                <a:solidFill>
                  <a:srgbClr val="252B87"/>
                </a:solidFill>
                <a:latin typeface="Arial"/>
                <a:ea typeface="Arial"/>
                <a:cs typeface="Arial"/>
              </a:rPr>
              <a:t>, </a:t>
            </a:r>
            <a:r>
              <a:rPr sz="1950" dirty="0" err="1">
                <a:solidFill>
                  <a:srgbClr val="252B87"/>
                </a:solidFill>
                <a:latin typeface="Arial"/>
                <a:ea typeface="Arial"/>
                <a:cs typeface="Arial"/>
              </a:rPr>
              <a:t>kişinin</a:t>
            </a:r>
            <a:r>
              <a:rPr sz="1950" dirty="0">
                <a:solidFill>
                  <a:srgbClr val="252B87"/>
                </a:solidFill>
                <a:latin typeface="Arial"/>
                <a:ea typeface="Arial"/>
                <a:cs typeface="Arial"/>
              </a:rPr>
              <a:t> </a:t>
            </a:r>
            <a:r>
              <a:rPr sz="1950" dirty="0" err="1">
                <a:solidFill>
                  <a:srgbClr val="252B87"/>
                </a:solidFill>
                <a:latin typeface="Arial"/>
                <a:ea typeface="Arial"/>
                <a:cs typeface="Arial"/>
              </a:rPr>
              <a:t>yaşamında</a:t>
            </a:r>
            <a:r>
              <a:rPr sz="1950" dirty="0">
                <a:solidFill>
                  <a:srgbClr val="252B87"/>
                </a:solidFill>
                <a:latin typeface="Arial"/>
                <a:ea typeface="Arial"/>
                <a:cs typeface="Arial"/>
              </a:rPr>
              <a:t> </a:t>
            </a:r>
            <a:r>
              <a:rPr sz="1950" dirty="0" err="1">
                <a:solidFill>
                  <a:srgbClr val="252B87"/>
                </a:solidFill>
                <a:latin typeface="Arial"/>
                <a:ea typeface="Arial"/>
                <a:cs typeface="Arial"/>
              </a:rPr>
              <a:t>karşılaştığı</a:t>
            </a:r>
            <a:r>
              <a:rPr sz="1950" dirty="0">
                <a:solidFill>
                  <a:srgbClr val="252B87"/>
                </a:solidFill>
                <a:latin typeface="Arial"/>
                <a:ea typeface="Arial"/>
                <a:cs typeface="Arial"/>
              </a:rPr>
              <a:t> </a:t>
            </a:r>
            <a:r>
              <a:rPr sz="1950" dirty="0" err="1">
                <a:solidFill>
                  <a:srgbClr val="252B87"/>
                </a:solidFill>
                <a:latin typeface="Arial"/>
                <a:ea typeface="Arial"/>
                <a:cs typeface="Arial"/>
              </a:rPr>
              <a:t>beklentileri</a:t>
            </a:r>
            <a:r>
              <a:rPr sz="1950" dirty="0">
                <a:solidFill>
                  <a:srgbClr val="252B87"/>
                </a:solidFill>
                <a:latin typeface="Arial"/>
                <a:ea typeface="Arial"/>
                <a:cs typeface="Arial"/>
              </a:rPr>
              <a:t> </a:t>
            </a:r>
            <a:r>
              <a:rPr sz="1950" dirty="0" err="1">
                <a:solidFill>
                  <a:srgbClr val="252B87"/>
                </a:solidFill>
                <a:latin typeface="Arial"/>
                <a:ea typeface="Arial"/>
                <a:cs typeface="Arial"/>
              </a:rPr>
              <a:t>etkileyebilir</a:t>
            </a:r>
            <a:r>
              <a:rPr sz="1950" dirty="0">
                <a:solidFill>
                  <a:srgbClr val="252B87"/>
                </a:solidFill>
                <a:latin typeface="Arial"/>
                <a:ea typeface="Arial"/>
                <a:cs typeface="Arial"/>
              </a:rPr>
              <a:t>.</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D3D7D1C8-AE23-AA48-DF65-C742588DBE47}" type="slidenum">
              <a:rPr/>
              <a:t>8</a:t>
            </a:fld>
            <a:endParaRPr/>
          </a:p>
        </p:txBody>
      </p:sp>
    </p:spTree>
    <p:extLst>
      <p:ext uri="{BB962C8B-B14F-4D97-AF65-F5344CB8AC3E}">
        <p14:creationId xmlns:p14="http://schemas.microsoft.com/office/powerpoint/2010/main" val="3209211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err="1">
                <a:solidFill>
                  <a:srgbClr val="252B87"/>
                </a:solidFill>
                <a:latin typeface="Arial"/>
                <a:ea typeface="Arial"/>
                <a:cs typeface="Arial"/>
              </a:rPr>
              <a:t>Kazanılmış</a:t>
            </a:r>
            <a:r>
              <a:rPr sz="1950" b="1" dirty="0">
                <a:solidFill>
                  <a:srgbClr val="252B87"/>
                </a:solidFill>
                <a:latin typeface="Arial"/>
                <a:ea typeface="Arial"/>
                <a:cs typeface="Arial"/>
              </a:rPr>
              <a:t> </a:t>
            </a:r>
            <a:r>
              <a:rPr sz="1950" b="1" dirty="0" err="1">
                <a:solidFill>
                  <a:srgbClr val="252B87"/>
                </a:solidFill>
                <a:latin typeface="Arial"/>
                <a:ea typeface="Arial"/>
                <a:cs typeface="Arial"/>
              </a:rPr>
              <a:t>statü</a:t>
            </a:r>
            <a:endParaRPr sz="1950" b="1"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Eğitim</a:t>
            </a:r>
            <a:r>
              <a:rPr sz="1950" dirty="0">
                <a:solidFill>
                  <a:srgbClr val="252B87"/>
                </a:solidFill>
                <a:latin typeface="Arial"/>
                <a:ea typeface="Arial"/>
                <a:cs typeface="Arial"/>
              </a:rPr>
              <a:t>, </a:t>
            </a:r>
            <a:r>
              <a:rPr sz="1950" dirty="0" err="1">
                <a:solidFill>
                  <a:srgbClr val="252B87"/>
                </a:solidFill>
                <a:latin typeface="Arial"/>
                <a:ea typeface="Arial"/>
                <a:cs typeface="Arial"/>
              </a:rPr>
              <a:t>çaba</a:t>
            </a:r>
            <a:r>
              <a:rPr sz="1950" dirty="0">
                <a:solidFill>
                  <a:srgbClr val="252B87"/>
                </a:solidFill>
                <a:latin typeface="Arial"/>
                <a:ea typeface="Arial"/>
                <a:cs typeface="Arial"/>
              </a:rPr>
              <a:t> </a:t>
            </a:r>
            <a:r>
              <a:rPr sz="1950" dirty="0" err="1">
                <a:solidFill>
                  <a:srgbClr val="252B87"/>
                </a:solidFill>
                <a:latin typeface="Arial"/>
                <a:ea typeface="Arial"/>
                <a:cs typeface="Arial"/>
              </a:rPr>
              <a:t>veya</a:t>
            </a:r>
            <a:r>
              <a:rPr sz="1950" dirty="0">
                <a:solidFill>
                  <a:srgbClr val="252B87"/>
                </a:solidFill>
                <a:latin typeface="Arial"/>
                <a:ea typeface="Arial"/>
                <a:cs typeface="Arial"/>
              </a:rPr>
              <a:t> </a:t>
            </a:r>
            <a:r>
              <a:rPr sz="1950" dirty="0" err="1">
                <a:solidFill>
                  <a:srgbClr val="252B87"/>
                </a:solidFill>
                <a:latin typeface="Arial"/>
                <a:ea typeface="Arial"/>
                <a:cs typeface="Arial"/>
              </a:rPr>
              <a:t>belirli</a:t>
            </a:r>
            <a:r>
              <a:rPr sz="1950" dirty="0">
                <a:solidFill>
                  <a:srgbClr val="252B87"/>
                </a:solidFill>
                <a:latin typeface="Arial"/>
                <a:ea typeface="Arial"/>
                <a:cs typeface="Arial"/>
              </a:rPr>
              <a:t> </a:t>
            </a:r>
            <a:r>
              <a:rPr sz="1950" dirty="0" err="1">
                <a:solidFill>
                  <a:srgbClr val="252B87"/>
                </a:solidFill>
                <a:latin typeface="Arial"/>
                <a:ea typeface="Arial"/>
                <a:cs typeface="Arial"/>
              </a:rPr>
              <a:t>bir</a:t>
            </a:r>
            <a:r>
              <a:rPr sz="1950" dirty="0">
                <a:solidFill>
                  <a:srgbClr val="252B87"/>
                </a:solidFill>
                <a:latin typeface="Arial"/>
                <a:ea typeface="Arial"/>
                <a:cs typeface="Arial"/>
              </a:rPr>
              <a:t> </a:t>
            </a:r>
            <a:r>
              <a:rPr sz="1950" dirty="0" err="1">
                <a:solidFill>
                  <a:srgbClr val="252B87"/>
                </a:solidFill>
                <a:latin typeface="Arial"/>
                <a:ea typeface="Arial"/>
                <a:cs typeface="Arial"/>
              </a:rPr>
              <a:t>süreç</a:t>
            </a:r>
            <a:r>
              <a:rPr sz="1950" dirty="0">
                <a:solidFill>
                  <a:srgbClr val="252B87"/>
                </a:solidFill>
                <a:latin typeface="Arial"/>
                <a:ea typeface="Arial"/>
                <a:cs typeface="Arial"/>
              </a:rPr>
              <a:t> </a:t>
            </a:r>
            <a:r>
              <a:rPr sz="1950" dirty="0" err="1">
                <a:solidFill>
                  <a:srgbClr val="252B87"/>
                </a:solidFill>
                <a:latin typeface="Arial"/>
                <a:ea typeface="Arial"/>
                <a:cs typeface="Arial"/>
              </a:rPr>
              <a:t>sonunda</a:t>
            </a:r>
            <a:r>
              <a:rPr sz="1950" dirty="0">
                <a:solidFill>
                  <a:srgbClr val="252B87"/>
                </a:solidFill>
                <a:latin typeface="Arial"/>
                <a:ea typeface="Arial"/>
                <a:cs typeface="Arial"/>
              </a:rPr>
              <a:t> </a:t>
            </a:r>
            <a:r>
              <a:rPr sz="1950" dirty="0" err="1">
                <a:solidFill>
                  <a:srgbClr val="252B87"/>
                </a:solidFill>
                <a:latin typeface="Arial"/>
                <a:ea typeface="Arial"/>
                <a:cs typeface="Arial"/>
              </a:rPr>
              <a:t>edinilen</a:t>
            </a:r>
            <a:r>
              <a:rPr sz="1950" dirty="0">
                <a:solidFill>
                  <a:srgbClr val="252B87"/>
                </a:solidFill>
                <a:latin typeface="Arial"/>
                <a:ea typeface="Arial"/>
                <a:cs typeface="Arial"/>
              </a:rPr>
              <a:t> </a:t>
            </a:r>
            <a:r>
              <a:rPr sz="1950" dirty="0" err="1">
                <a:solidFill>
                  <a:srgbClr val="252B87"/>
                </a:solidFill>
                <a:latin typeface="Arial"/>
                <a:ea typeface="Arial"/>
                <a:cs typeface="Arial"/>
              </a:rPr>
              <a:t>konumdur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Üniversite</a:t>
            </a:r>
            <a:r>
              <a:rPr sz="1950" dirty="0">
                <a:solidFill>
                  <a:srgbClr val="252B87"/>
                </a:solidFill>
                <a:latin typeface="Arial"/>
                <a:ea typeface="Arial"/>
                <a:cs typeface="Arial"/>
              </a:rPr>
              <a:t> </a:t>
            </a:r>
            <a:r>
              <a:rPr sz="1950" dirty="0" err="1">
                <a:solidFill>
                  <a:srgbClr val="252B87"/>
                </a:solidFill>
                <a:latin typeface="Arial"/>
                <a:ea typeface="Arial"/>
                <a:cs typeface="Arial"/>
              </a:rPr>
              <a:t>mezunu</a:t>
            </a:r>
            <a:r>
              <a:rPr sz="1950" dirty="0">
                <a:solidFill>
                  <a:srgbClr val="252B87"/>
                </a:solidFill>
                <a:latin typeface="Arial"/>
                <a:ea typeface="Arial"/>
                <a:cs typeface="Arial"/>
              </a:rPr>
              <a:t>, </a:t>
            </a:r>
            <a:r>
              <a:rPr sz="1950" dirty="0" err="1">
                <a:solidFill>
                  <a:srgbClr val="252B87"/>
                </a:solidFill>
                <a:latin typeface="Arial"/>
                <a:ea typeface="Arial"/>
                <a:cs typeface="Arial"/>
              </a:rPr>
              <a:t>öğretmen</a:t>
            </a:r>
            <a:r>
              <a:rPr sz="1950" dirty="0">
                <a:solidFill>
                  <a:srgbClr val="252B87"/>
                </a:solidFill>
                <a:latin typeface="Arial"/>
                <a:ea typeface="Arial"/>
                <a:cs typeface="Arial"/>
              </a:rPr>
              <a:t> </a:t>
            </a:r>
            <a:r>
              <a:rPr sz="1950" dirty="0" err="1">
                <a:solidFill>
                  <a:srgbClr val="252B87"/>
                </a:solidFill>
                <a:latin typeface="Arial"/>
                <a:ea typeface="Arial"/>
                <a:cs typeface="Arial"/>
              </a:rPr>
              <a:t>veya</a:t>
            </a:r>
            <a:r>
              <a:rPr sz="1950" dirty="0">
                <a:solidFill>
                  <a:srgbClr val="252B87"/>
                </a:solidFill>
                <a:latin typeface="Arial"/>
                <a:ea typeface="Arial"/>
                <a:cs typeface="Arial"/>
              </a:rPr>
              <a:t> </a:t>
            </a:r>
            <a:r>
              <a:rPr sz="1950" dirty="0" err="1">
                <a:solidFill>
                  <a:srgbClr val="252B87"/>
                </a:solidFill>
                <a:latin typeface="Arial"/>
                <a:ea typeface="Arial"/>
                <a:cs typeface="Arial"/>
              </a:rPr>
              <a:t>takım</a:t>
            </a:r>
            <a:r>
              <a:rPr sz="1950" dirty="0">
                <a:solidFill>
                  <a:srgbClr val="252B87"/>
                </a:solidFill>
                <a:latin typeface="Arial"/>
                <a:ea typeface="Arial"/>
                <a:cs typeface="Arial"/>
              </a:rPr>
              <a:t> </a:t>
            </a:r>
            <a:r>
              <a:rPr sz="1950" dirty="0" err="1">
                <a:solidFill>
                  <a:srgbClr val="252B87"/>
                </a:solidFill>
                <a:latin typeface="Arial"/>
                <a:ea typeface="Arial"/>
                <a:cs typeface="Arial"/>
              </a:rPr>
              <a:t>kaptanı</a:t>
            </a:r>
            <a:r>
              <a:rPr sz="1950" dirty="0">
                <a:solidFill>
                  <a:srgbClr val="252B87"/>
                </a:solidFill>
                <a:latin typeface="Arial"/>
                <a:ea typeface="Arial"/>
                <a:cs typeface="Arial"/>
              </a:rPr>
              <a:t> </a:t>
            </a:r>
            <a:r>
              <a:rPr sz="1950" dirty="0" err="1">
                <a:solidFill>
                  <a:srgbClr val="252B87"/>
                </a:solidFill>
                <a:latin typeface="Arial"/>
                <a:ea typeface="Arial"/>
                <a:cs typeface="Arial"/>
              </a:rPr>
              <a:t>olmak</a:t>
            </a:r>
            <a:r>
              <a:rPr sz="1950" dirty="0">
                <a:solidFill>
                  <a:srgbClr val="252B87"/>
                </a:solidFill>
                <a:latin typeface="Arial"/>
                <a:ea typeface="Arial"/>
                <a:cs typeface="Arial"/>
              </a:rPr>
              <a:t> </a:t>
            </a:r>
            <a:r>
              <a:rPr sz="1950" dirty="0" err="1">
                <a:solidFill>
                  <a:srgbClr val="252B87"/>
                </a:solidFill>
                <a:latin typeface="Arial"/>
                <a:ea typeface="Arial"/>
                <a:cs typeface="Arial"/>
              </a:rPr>
              <a:t>örnek</a:t>
            </a:r>
            <a:r>
              <a:rPr sz="1950" dirty="0">
                <a:solidFill>
                  <a:srgbClr val="252B87"/>
                </a:solidFill>
                <a:latin typeface="Arial"/>
                <a:ea typeface="Arial"/>
                <a:cs typeface="Arial"/>
              </a:rPr>
              <a:t> </a:t>
            </a:r>
            <a:r>
              <a:rPr sz="1950" dirty="0" err="1">
                <a:solidFill>
                  <a:srgbClr val="252B87"/>
                </a:solidFill>
                <a:latin typeface="Arial"/>
                <a:ea typeface="Arial"/>
                <a:cs typeface="Arial"/>
              </a:rPr>
              <a:t>verilebilir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Bireyin</a:t>
            </a:r>
            <a:r>
              <a:rPr sz="1950" dirty="0">
                <a:solidFill>
                  <a:srgbClr val="252B87"/>
                </a:solidFill>
                <a:latin typeface="Arial"/>
                <a:ea typeface="Arial"/>
                <a:cs typeface="Arial"/>
              </a:rPr>
              <a:t> </a:t>
            </a:r>
            <a:r>
              <a:rPr sz="1950" dirty="0" err="1">
                <a:solidFill>
                  <a:srgbClr val="252B87"/>
                </a:solidFill>
                <a:latin typeface="Arial"/>
                <a:ea typeface="Arial"/>
                <a:cs typeface="Arial"/>
              </a:rPr>
              <a:t>emeği</a:t>
            </a:r>
            <a:r>
              <a:rPr sz="1950" dirty="0">
                <a:solidFill>
                  <a:srgbClr val="252B87"/>
                </a:solidFill>
                <a:latin typeface="Arial"/>
                <a:ea typeface="Arial"/>
                <a:cs typeface="Arial"/>
              </a:rPr>
              <a:t> </a:t>
            </a:r>
            <a:r>
              <a:rPr sz="1950" dirty="0" err="1">
                <a:solidFill>
                  <a:srgbClr val="252B87"/>
                </a:solidFill>
                <a:latin typeface="Arial"/>
                <a:ea typeface="Arial"/>
                <a:cs typeface="Arial"/>
              </a:rPr>
              <a:t>önemlidir</a:t>
            </a:r>
            <a:r>
              <a:rPr sz="1950" dirty="0">
                <a:solidFill>
                  <a:srgbClr val="252B87"/>
                </a:solidFill>
                <a:latin typeface="Arial"/>
                <a:ea typeface="Arial"/>
                <a:cs typeface="Arial"/>
              </a:rPr>
              <a:t>. </a:t>
            </a:r>
            <a:r>
              <a:rPr sz="1950" dirty="0" err="1">
                <a:solidFill>
                  <a:srgbClr val="252B87"/>
                </a:solidFill>
                <a:latin typeface="Arial"/>
                <a:ea typeface="Arial"/>
                <a:cs typeface="Arial"/>
              </a:rPr>
              <a:t>Fırsatlar</a:t>
            </a:r>
            <a:r>
              <a:rPr sz="1950" dirty="0">
                <a:solidFill>
                  <a:srgbClr val="252B87"/>
                </a:solidFill>
                <a:latin typeface="Arial"/>
                <a:ea typeface="Arial"/>
                <a:cs typeface="Arial"/>
              </a:rPr>
              <a:t> </a:t>
            </a:r>
            <a:r>
              <a:rPr sz="1950" dirty="0" err="1">
                <a:solidFill>
                  <a:srgbClr val="252B87"/>
                </a:solidFill>
                <a:latin typeface="Arial"/>
                <a:ea typeface="Arial"/>
                <a:cs typeface="Arial"/>
              </a:rPr>
              <a:t>ve</a:t>
            </a:r>
            <a:r>
              <a:rPr sz="1950" dirty="0">
                <a:solidFill>
                  <a:srgbClr val="252B87"/>
                </a:solidFill>
                <a:latin typeface="Arial"/>
                <a:ea typeface="Arial"/>
                <a:cs typeface="Arial"/>
              </a:rPr>
              <a:t> </a:t>
            </a:r>
            <a:r>
              <a:rPr sz="1950" dirty="0" err="1">
                <a:solidFill>
                  <a:srgbClr val="252B87"/>
                </a:solidFill>
                <a:latin typeface="Arial"/>
                <a:ea typeface="Arial"/>
                <a:cs typeface="Arial"/>
              </a:rPr>
              <a:t>toplumsal</a:t>
            </a:r>
            <a:r>
              <a:rPr sz="1950" dirty="0">
                <a:solidFill>
                  <a:srgbClr val="252B87"/>
                </a:solidFill>
                <a:latin typeface="Arial"/>
                <a:ea typeface="Arial"/>
                <a:cs typeface="Arial"/>
              </a:rPr>
              <a:t> </a:t>
            </a:r>
            <a:r>
              <a:rPr sz="1950" dirty="0" err="1">
                <a:solidFill>
                  <a:srgbClr val="252B87"/>
                </a:solidFill>
                <a:latin typeface="Arial"/>
                <a:ea typeface="Arial"/>
                <a:cs typeface="Arial"/>
              </a:rPr>
              <a:t>koşullar</a:t>
            </a:r>
            <a:r>
              <a:rPr sz="1950" dirty="0">
                <a:solidFill>
                  <a:srgbClr val="252B87"/>
                </a:solidFill>
                <a:latin typeface="Arial"/>
                <a:ea typeface="Arial"/>
                <a:cs typeface="Arial"/>
              </a:rPr>
              <a:t>  </a:t>
            </a:r>
            <a:r>
              <a:rPr sz="1950" dirty="0" err="1">
                <a:solidFill>
                  <a:srgbClr val="252B87"/>
                </a:solidFill>
                <a:latin typeface="Arial"/>
                <a:ea typeface="Arial"/>
                <a:cs typeface="Arial"/>
              </a:rPr>
              <a:t>sonucu</a:t>
            </a:r>
            <a:r>
              <a:rPr sz="1950" dirty="0">
                <a:solidFill>
                  <a:srgbClr val="252B87"/>
                </a:solidFill>
                <a:latin typeface="Arial"/>
                <a:ea typeface="Arial"/>
                <a:cs typeface="Arial"/>
              </a:rPr>
              <a:t> </a:t>
            </a:r>
            <a:r>
              <a:rPr sz="1950" dirty="0" err="1">
                <a:solidFill>
                  <a:srgbClr val="252B87"/>
                </a:solidFill>
                <a:latin typeface="Arial"/>
                <a:ea typeface="Arial"/>
                <a:cs typeface="Arial"/>
              </a:rPr>
              <a:t>etkiler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Kazanılmış</a:t>
            </a:r>
            <a:r>
              <a:rPr sz="1950" dirty="0">
                <a:solidFill>
                  <a:srgbClr val="252B87"/>
                </a:solidFill>
                <a:latin typeface="Arial"/>
                <a:ea typeface="Arial"/>
                <a:cs typeface="Arial"/>
              </a:rPr>
              <a:t> </a:t>
            </a:r>
            <a:r>
              <a:rPr sz="1950" dirty="0" err="1">
                <a:solidFill>
                  <a:srgbClr val="252B87"/>
                </a:solidFill>
                <a:latin typeface="Arial"/>
                <a:ea typeface="Arial"/>
                <a:cs typeface="Arial"/>
              </a:rPr>
              <a:t>statüleri</a:t>
            </a:r>
            <a:r>
              <a:rPr sz="1950" dirty="0">
                <a:solidFill>
                  <a:srgbClr val="252B87"/>
                </a:solidFill>
                <a:latin typeface="Arial"/>
                <a:ea typeface="Arial"/>
                <a:cs typeface="Arial"/>
              </a:rPr>
              <a:t> </a:t>
            </a:r>
            <a:r>
              <a:rPr sz="1950" dirty="0" err="1">
                <a:solidFill>
                  <a:srgbClr val="252B87"/>
                </a:solidFill>
                <a:latin typeface="Arial"/>
                <a:ea typeface="Arial"/>
                <a:cs typeface="Arial"/>
              </a:rPr>
              <a:t>yalnızca</a:t>
            </a:r>
            <a:r>
              <a:rPr sz="1950" dirty="0">
                <a:solidFill>
                  <a:srgbClr val="252B87"/>
                </a:solidFill>
                <a:latin typeface="Arial"/>
                <a:ea typeface="Arial"/>
                <a:cs typeface="Arial"/>
              </a:rPr>
              <a:t> </a:t>
            </a:r>
            <a:r>
              <a:rPr sz="1950" dirty="0" err="1">
                <a:solidFill>
                  <a:srgbClr val="252B87"/>
                </a:solidFill>
                <a:latin typeface="Arial"/>
                <a:ea typeface="Arial"/>
                <a:cs typeface="Arial"/>
              </a:rPr>
              <a:t>kişisel</a:t>
            </a:r>
            <a:r>
              <a:rPr sz="1950" dirty="0">
                <a:solidFill>
                  <a:srgbClr val="252B87"/>
                </a:solidFill>
                <a:latin typeface="Arial"/>
                <a:ea typeface="Arial"/>
                <a:cs typeface="Arial"/>
              </a:rPr>
              <a:t> </a:t>
            </a:r>
            <a:r>
              <a:rPr sz="1950" dirty="0" err="1">
                <a:solidFill>
                  <a:srgbClr val="252B87"/>
                </a:solidFill>
                <a:latin typeface="Arial"/>
                <a:ea typeface="Arial"/>
                <a:cs typeface="Arial"/>
              </a:rPr>
              <a:t>başarıyla</a:t>
            </a:r>
            <a:r>
              <a:rPr sz="1950" dirty="0">
                <a:solidFill>
                  <a:srgbClr val="252B87"/>
                </a:solidFill>
                <a:latin typeface="Arial"/>
                <a:ea typeface="Arial"/>
                <a:cs typeface="Arial"/>
              </a:rPr>
              <a:t> </a:t>
            </a:r>
            <a:r>
              <a:rPr sz="1950" dirty="0" err="1">
                <a:solidFill>
                  <a:srgbClr val="252B87"/>
                </a:solidFill>
                <a:latin typeface="Arial"/>
                <a:ea typeface="Arial"/>
                <a:cs typeface="Arial"/>
              </a:rPr>
              <a:t>açıklamak</a:t>
            </a:r>
            <a:r>
              <a:rPr sz="1950" dirty="0">
                <a:solidFill>
                  <a:srgbClr val="252B87"/>
                </a:solidFill>
                <a:latin typeface="Arial"/>
                <a:ea typeface="Arial"/>
                <a:cs typeface="Arial"/>
              </a:rPr>
              <a:t> </a:t>
            </a:r>
            <a:r>
              <a:rPr sz="1950" dirty="0" err="1">
                <a:solidFill>
                  <a:srgbClr val="252B87"/>
                </a:solidFill>
                <a:latin typeface="Arial"/>
                <a:ea typeface="Arial"/>
                <a:cs typeface="Arial"/>
              </a:rPr>
              <a:t>eksik</a:t>
            </a:r>
            <a:r>
              <a:rPr sz="1950" dirty="0">
                <a:solidFill>
                  <a:srgbClr val="252B87"/>
                </a:solidFill>
                <a:latin typeface="Arial"/>
                <a:ea typeface="Arial"/>
                <a:cs typeface="Arial"/>
              </a:rPr>
              <a:t> </a:t>
            </a:r>
            <a:r>
              <a:rPr sz="1950" dirty="0" err="1">
                <a:solidFill>
                  <a:srgbClr val="252B87"/>
                </a:solidFill>
                <a:latin typeface="Arial"/>
                <a:ea typeface="Arial"/>
                <a:cs typeface="Arial"/>
              </a:rPr>
              <a:t>kalır</a:t>
            </a:r>
            <a:r>
              <a:rPr sz="1950" dirty="0">
                <a:solidFill>
                  <a:srgbClr val="252B87"/>
                </a:solidFill>
                <a:latin typeface="Arial"/>
                <a:ea typeface="Arial"/>
                <a:cs typeface="Arial"/>
              </a:rPr>
              <a:t>.</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BA58DA2A-B818-18A9-29C1-B697728D5BCE}" type="slidenum">
              <a:rPr/>
              <a:t>9</a:t>
            </a:fld>
            <a:endParaRPr/>
          </a:p>
        </p:txBody>
      </p:sp>
    </p:spTree>
    <p:extLst>
      <p:ext uri="{BB962C8B-B14F-4D97-AF65-F5344CB8AC3E}">
        <p14:creationId xmlns:p14="http://schemas.microsoft.com/office/powerpoint/2010/main" val="3209211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Statü ve saygınlık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Statü bir toplumsal konumu, saygınlık bu konuma verilen itibarı anlatır.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mesleğe verilen saygınlık topluma ve döneme göre değişebilir.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Gelir, yetki ve saygınlık her zaman aynı düzeyde değildir.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statünün saygın görülmesi, o kişinin insan olarak daha değerli olduğu anlamına gelmez.</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388657AE-30A1-5A7A-6A7F-315D84436430}" type="slidenum">
              <a:rPr/>
              <a:t>10</a:t>
            </a:fld>
            <a:endParaRPr/>
          </a:p>
        </p:txBody>
      </p:sp>
    </p:spTree>
    <p:extLst>
      <p:ext uri="{BB962C8B-B14F-4D97-AF65-F5344CB8AC3E}">
        <p14:creationId xmlns:p14="http://schemas.microsoft.com/office/powerpoint/2010/main" val="3209211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Kısa uygulama: Statüyü bulalım</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 Bir ailede torun olmak.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 Eğitimini tamamlayarak hemşire olmak.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C: Üniversitede öğrenci, bir dernekte gönüllü olmak.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Hangisi verilmiş, hangisi kazanılmış statüdür? C örneği bize ne gösterir?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DB7BEEEC-A170-5376-2B6E-CB54687B0CB1}" type="slidenum">
              <a:rPr/>
              <a:t>11</a:t>
            </a:fld>
            <a:endParaRPr/>
          </a:p>
        </p:txBody>
      </p:sp>
    </p:spTree>
    <p:extLst>
      <p:ext uri="{BB962C8B-B14F-4D97-AF65-F5344CB8AC3E}">
        <p14:creationId xmlns:p14="http://schemas.microsoft.com/office/powerpoint/2010/main" val="3209211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Statü uygulamasının yanıtı</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 Torun olmak, aile bağına dayalı verilmiş statüdür.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 Hemşire olmak, eğitim süreciyle edinilen kazanılmış statüdür.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C: Aynı kişinin birden fazla statüsü vardır.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C örneği, statü takımını anlamamıza yardım eder.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30394428-F1DC-E5F6-DB0C-7DE31F3D8A23}" type="slidenum">
              <a:rPr/>
              <a:t>12</a:t>
            </a:fld>
            <a:endParaRPr/>
          </a:p>
        </p:txBody>
      </p:sp>
    </p:spTree>
    <p:extLst>
      <p:ext uri="{BB962C8B-B14F-4D97-AF65-F5344CB8AC3E}">
        <p14:creationId xmlns:p14="http://schemas.microsoft.com/office/powerpoint/2010/main" val="3209211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Rol nedir?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Rol, bir statüdeki kişiden beklenen davranışlar bütünüdür.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Öğretmenden dersi açıklaması ve öğrenciyi adil değerlendirmesi beklenir.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Öğrenciden öğrenmeye katılması ve çalışmalarını tamamlaması beklenir.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Temel soru: Bu konumdaki kişiden hangi davranışlar bekleniyor?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4DB16885-0D3F-A391-B669-3211DB3B26E8}" type="slidenum">
              <a:rPr/>
              <a:t>13</a:t>
            </a:fld>
            <a:endParaRPr/>
          </a:p>
        </p:txBody>
      </p:sp>
    </p:spTree>
    <p:extLst>
      <p:ext uri="{BB962C8B-B14F-4D97-AF65-F5344CB8AC3E}">
        <p14:creationId xmlns:p14="http://schemas.microsoft.com/office/powerpoint/2010/main" val="3209211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Statü ve rol arasındaki fark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Öğrenci olmak: Statü. Derse hazırlanmak: Rol beklentisi.</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Komşu olmak: Statü. Ortak yaşamda başkalarını gözetmek: Rol beklentisi.</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Takım kaptanı olmak: Statü. Takım içi iletişime yardım etmek: Rol beklentisi.</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Statü konumu, rol ise o konuma bağlı davranış beklentilerini anlatır.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2DD23107-4986-8758-3A93-3D74F35908CC}" type="slidenum">
              <a:rPr/>
              <a:t>14</a:t>
            </a:fld>
            <a:endParaRPr/>
          </a:p>
        </p:txBody>
      </p:sp>
    </p:spTree>
    <p:extLst>
      <p:ext uri="{BB962C8B-B14F-4D97-AF65-F5344CB8AC3E}">
        <p14:creationId xmlns:p14="http://schemas.microsoft.com/office/powerpoint/2010/main" val="3209211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Rol beklentisi ve rol davranışı</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Rol beklentisi, kişinin nasıl davranmasının beklendiğidir.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Rol davranışı, kişinin gerçekte ne yaptığıdır.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Örnek: Öğrenciden grup çalışmasına katılması beklenir. Öğrenci katılmayabilir.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Beklenti ile gerçek davranış her zaman örtüşmez.</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327921A4-25C4-3DB4-06B1-32693CEE2241}" type="slidenum">
              <a:rPr/>
              <a:t>15</a:t>
            </a:fld>
            <a:endParaRPr/>
          </a:p>
        </p:txBody>
      </p:sp>
    </p:spTree>
    <p:extLst>
      <p:ext uri="{BB962C8B-B14F-4D97-AF65-F5344CB8AC3E}">
        <p14:creationId xmlns:p14="http://schemas.microsoft.com/office/powerpoint/2010/main" val="3209211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Bir statü, farklı ilişkiler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öğretmen öğrencilerle, velilerle ve okul yönetimiyle ilişki kurar.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Her ilişki farklı rol beklentileri doğurabilir.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Öğrenciler anlaşılır anlatım, veliler iletişim, yönetim düzenli çalışma bekleyebilir.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statüye bağlı bu ilişkiler, rol takımını anlamamıza yardım eder.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EA83FA91-883A-0168-8075-96CEB9DCA3C2}" type="slidenum">
              <a:rPr/>
              <a:t>16</a:t>
            </a:fld>
            <a:endParaRPr/>
          </a:p>
        </p:txBody>
      </p:sp>
    </p:spTree>
    <p:extLst>
      <p:ext uri="{BB962C8B-B14F-4D97-AF65-F5344CB8AC3E}">
        <p14:creationId xmlns:p14="http://schemas.microsoft.com/office/powerpoint/2010/main" val="3209211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a:solidFill>
                  <a:srgbClr val="252B87"/>
                </a:solidFill>
                <a:latin typeface="Arial"/>
                <a:ea typeface="Arial"/>
                <a:cs typeface="Arial"/>
              </a:rPr>
              <a:t>Rol </a:t>
            </a:r>
            <a:r>
              <a:rPr sz="1950" b="1" dirty="0" err="1">
                <a:solidFill>
                  <a:srgbClr val="252B87"/>
                </a:solidFill>
                <a:latin typeface="Arial"/>
                <a:ea typeface="Arial"/>
                <a:cs typeface="Arial"/>
              </a:rPr>
              <a:t>çatışması</a:t>
            </a:r>
            <a:endParaRPr sz="1950" b="1"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Farklı</a:t>
            </a:r>
            <a:r>
              <a:rPr sz="1950" dirty="0">
                <a:solidFill>
                  <a:srgbClr val="252B87"/>
                </a:solidFill>
                <a:latin typeface="Arial"/>
                <a:ea typeface="Arial"/>
                <a:cs typeface="Arial"/>
              </a:rPr>
              <a:t> </a:t>
            </a:r>
            <a:r>
              <a:rPr sz="1950" dirty="0" err="1">
                <a:solidFill>
                  <a:srgbClr val="252B87"/>
                </a:solidFill>
                <a:latin typeface="Arial"/>
                <a:ea typeface="Arial"/>
                <a:cs typeface="Arial"/>
              </a:rPr>
              <a:t>statülere</a:t>
            </a:r>
            <a:r>
              <a:rPr sz="1950" dirty="0">
                <a:solidFill>
                  <a:srgbClr val="252B87"/>
                </a:solidFill>
                <a:latin typeface="Arial"/>
                <a:ea typeface="Arial"/>
                <a:cs typeface="Arial"/>
              </a:rPr>
              <a:t> </a:t>
            </a:r>
            <a:r>
              <a:rPr sz="1950" dirty="0" err="1">
                <a:solidFill>
                  <a:srgbClr val="252B87"/>
                </a:solidFill>
                <a:latin typeface="Arial"/>
                <a:ea typeface="Arial"/>
                <a:cs typeface="Arial"/>
              </a:rPr>
              <a:t>bağlı</a:t>
            </a:r>
            <a:r>
              <a:rPr sz="1950" dirty="0">
                <a:solidFill>
                  <a:srgbClr val="252B87"/>
                </a:solidFill>
                <a:latin typeface="Arial"/>
                <a:ea typeface="Arial"/>
                <a:cs typeface="Arial"/>
              </a:rPr>
              <a:t> </a:t>
            </a:r>
            <a:r>
              <a:rPr sz="1950" dirty="0" err="1">
                <a:solidFill>
                  <a:srgbClr val="252B87"/>
                </a:solidFill>
                <a:latin typeface="Arial"/>
                <a:ea typeface="Arial"/>
                <a:cs typeface="Arial"/>
              </a:rPr>
              <a:t>rollerin</a:t>
            </a:r>
            <a:r>
              <a:rPr sz="1950" dirty="0">
                <a:solidFill>
                  <a:srgbClr val="252B87"/>
                </a:solidFill>
                <a:latin typeface="Arial"/>
                <a:ea typeface="Arial"/>
                <a:cs typeface="Arial"/>
              </a:rPr>
              <a:t> </a:t>
            </a:r>
            <a:r>
              <a:rPr sz="1950" dirty="0" err="1">
                <a:solidFill>
                  <a:srgbClr val="252B87"/>
                </a:solidFill>
                <a:latin typeface="Arial"/>
                <a:ea typeface="Arial"/>
                <a:cs typeface="Arial"/>
              </a:rPr>
              <a:t>beklentileri</a:t>
            </a:r>
            <a:r>
              <a:rPr sz="1950" dirty="0">
                <a:solidFill>
                  <a:srgbClr val="252B87"/>
                </a:solidFill>
                <a:latin typeface="Arial"/>
                <a:ea typeface="Arial"/>
                <a:cs typeface="Arial"/>
              </a:rPr>
              <a:t> </a:t>
            </a:r>
            <a:r>
              <a:rPr sz="1950" dirty="0" err="1">
                <a:solidFill>
                  <a:srgbClr val="252B87"/>
                </a:solidFill>
                <a:latin typeface="Arial"/>
                <a:ea typeface="Arial"/>
                <a:cs typeface="Arial"/>
              </a:rPr>
              <a:t>birbiriyle</a:t>
            </a:r>
            <a:r>
              <a:rPr sz="1950" dirty="0">
                <a:solidFill>
                  <a:srgbClr val="252B87"/>
                </a:solidFill>
                <a:latin typeface="Arial"/>
                <a:ea typeface="Arial"/>
                <a:cs typeface="Arial"/>
              </a:rPr>
              <a:t> </a:t>
            </a:r>
            <a:r>
              <a:rPr sz="1950" dirty="0" err="1">
                <a:solidFill>
                  <a:srgbClr val="252B87"/>
                </a:solidFill>
                <a:latin typeface="Arial"/>
                <a:ea typeface="Arial"/>
                <a:cs typeface="Arial"/>
              </a:rPr>
              <a:t>çelişebilir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lang="tr-TR" dirty="0"/>
              <a:t>Toprağın</a:t>
            </a:r>
            <a:r>
              <a:rPr sz="1950" dirty="0">
                <a:solidFill>
                  <a:srgbClr val="252B87"/>
                </a:solidFill>
                <a:latin typeface="Arial"/>
                <a:ea typeface="Arial"/>
                <a:cs typeface="Arial"/>
              </a:rPr>
              <a:t> </a:t>
            </a:r>
            <a:r>
              <a:rPr sz="1950" dirty="0" err="1">
                <a:solidFill>
                  <a:srgbClr val="252B87"/>
                </a:solidFill>
                <a:latin typeface="Arial"/>
                <a:ea typeface="Arial"/>
                <a:cs typeface="Arial"/>
              </a:rPr>
              <a:t>sınavı</a:t>
            </a:r>
            <a:r>
              <a:rPr sz="1950" dirty="0">
                <a:solidFill>
                  <a:srgbClr val="252B87"/>
                </a:solidFill>
                <a:latin typeface="Arial"/>
                <a:ea typeface="Arial"/>
                <a:cs typeface="Arial"/>
              </a:rPr>
              <a:t> </a:t>
            </a:r>
            <a:r>
              <a:rPr sz="1950" dirty="0" err="1">
                <a:solidFill>
                  <a:srgbClr val="252B87"/>
                </a:solidFill>
                <a:latin typeface="Arial"/>
                <a:ea typeface="Arial"/>
                <a:cs typeface="Arial"/>
              </a:rPr>
              <a:t>ile</a:t>
            </a:r>
            <a:r>
              <a:rPr sz="1950" dirty="0">
                <a:solidFill>
                  <a:srgbClr val="252B87"/>
                </a:solidFill>
                <a:latin typeface="Arial"/>
                <a:ea typeface="Arial"/>
                <a:cs typeface="Arial"/>
              </a:rPr>
              <a:t> </a:t>
            </a:r>
            <a:r>
              <a:rPr sz="1950" dirty="0" err="1">
                <a:solidFill>
                  <a:srgbClr val="252B87"/>
                </a:solidFill>
                <a:latin typeface="Arial"/>
                <a:ea typeface="Arial"/>
                <a:cs typeface="Arial"/>
              </a:rPr>
              <a:t>çalıştığı</a:t>
            </a:r>
            <a:r>
              <a:rPr sz="1950" dirty="0">
                <a:solidFill>
                  <a:srgbClr val="252B87"/>
                </a:solidFill>
                <a:latin typeface="Arial"/>
                <a:ea typeface="Arial"/>
                <a:cs typeface="Arial"/>
              </a:rPr>
              <a:t> </a:t>
            </a:r>
            <a:r>
              <a:rPr sz="1950" dirty="0" err="1">
                <a:solidFill>
                  <a:srgbClr val="252B87"/>
                </a:solidFill>
                <a:latin typeface="Arial"/>
                <a:ea typeface="Arial"/>
                <a:cs typeface="Arial"/>
              </a:rPr>
              <a:t>işyerindeki</a:t>
            </a:r>
            <a:r>
              <a:rPr sz="1950" dirty="0">
                <a:solidFill>
                  <a:srgbClr val="252B87"/>
                </a:solidFill>
                <a:latin typeface="Arial"/>
                <a:ea typeface="Arial"/>
                <a:cs typeface="Arial"/>
              </a:rPr>
              <a:t> </a:t>
            </a:r>
            <a:r>
              <a:rPr sz="1950" dirty="0" err="1">
                <a:solidFill>
                  <a:srgbClr val="252B87"/>
                </a:solidFill>
                <a:latin typeface="Arial"/>
                <a:ea typeface="Arial"/>
                <a:cs typeface="Arial"/>
              </a:rPr>
              <a:t>vardiyası</a:t>
            </a:r>
            <a:r>
              <a:rPr sz="1950" dirty="0">
                <a:solidFill>
                  <a:srgbClr val="252B87"/>
                </a:solidFill>
                <a:latin typeface="Arial"/>
                <a:ea typeface="Arial"/>
                <a:cs typeface="Arial"/>
              </a:rPr>
              <a:t> </a:t>
            </a:r>
            <a:r>
              <a:rPr sz="1950" dirty="0" err="1">
                <a:solidFill>
                  <a:srgbClr val="252B87"/>
                </a:solidFill>
                <a:latin typeface="Arial"/>
                <a:ea typeface="Arial"/>
                <a:cs typeface="Arial"/>
              </a:rPr>
              <a:t>aynı</a:t>
            </a:r>
            <a:r>
              <a:rPr sz="1950" dirty="0">
                <a:solidFill>
                  <a:srgbClr val="252B87"/>
                </a:solidFill>
                <a:latin typeface="Arial"/>
                <a:ea typeface="Arial"/>
                <a:cs typeface="Arial"/>
              </a:rPr>
              <a:t> </a:t>
            </a:r>
            <a:r>
              <a:rPr sz="1950" dirty="0" err="1">
                <a:solidFill>
                  <a:srgbClr val="252B87"/>
                </a:solidFill>
                <a:latin typeface="Arial"/>
                <a:ea typeface="Arial"/>
                <a:cs typeface="Arial"/>
              </a:rPr>
              <a:t>saate</a:t>
            </a:r>
            <a:r>
              <a:rPr sz="1950" dirty="0">
                <a:solidFill>
                  <a:srgbClr val="252B87"/>
                </a:solidFill>
                <a:latin typeface="Arial"/>
                <a:ea typeface="Arial"/>
                <a:cs typeface="Arial"/>
              </a:rPr>
              <a:t> </a:t>
            </a:r>
            <a:r>
              <a:rPr sz="1950" dirty="0" err="1">
                <a:solidFill>
                  <a:srgbClr val="252B87"/>
                </a:solidFill>
                <a:latin typeface="Arial"/>
                <a:ea typeface="Arial"/>
                <a:cs typeface="Arial"/>
              </a:rPr>
              <a:t>denk</a:t>
            </a:r>
            <a:r>
              <a:rPr sz="1950" dirty="0">
                <a:solidFill>
                  <a:srgbClr val="252B87"/>
                </a:solidFill>
                <a:latin typeface="Arial"/>
                <a:ea typeface="Arial"/>
                <a:cs typeface="Arial"/>
              </a:rPr>
              <a:t> </a:t>
            </a:r>
            <a:r>
              <a:rPr sz="1950" dirty="0" err="1">
                <a:solidFill>
                  <a:srgbClr val="252B87"/>
                </a:solidFill>
                <a:latin typeface="Arial"/>
                <a:ea typeface="Arial"/>
                <a:cs typeface="Arial"/>
              </a:rPr>
              <a:t>gelir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Öğrencilik</a:t>
            </a:r>
            <a:r>
              <a:rPr sz="1950" dirty="0">
                <a:solidFill>
                  <a:srgbClr val="252B87"/>
                </a:solidFill>
                <a:latin typeface="Arial"/>
                <a:ea typeface="Arial"/>
                <a:cs typeface="Arial"/>
              </a:rPr>
              <a:t> </a:t>
            </a:r>
            <a:r>
              <a:rPr sz="1950" dirty="0" err="1">
                <a:solidFill>
                  <a:srgbClr val="252B87"/>
                </a:solidFill>
                <a:latin typeface="Arial"/>
                <a:ea typeface="Arial"/>
                <a:cs typeface="Arial"/>
              </a:rPr>
              <a:t>rolü</a:t>
            </a:r>
            <a:r>
              <a:rPr sz="1950" dirty="0">
                <a:solidFill>
                  <a:srgbClr val="252B87"/>
                </a:solidFill>
                <a:latin typeface="Arial"/>
                <a:ea typeface="Arial"/>
                <a:cs typeface="Arial"/>
              </a:rPr>
              <a:t> </a:t>
            </a:r>
            <a:r>
              <a:rPr sz="1950" dirty="0" err="1">
                <a:solidFill>
                  <a:srgbClr val="252B87"/>
                </a:solidFill>
                <a:latin typeface="Arial"/>
                <a:ea typeface="Arial"/>
                <a:cs typeface="Arial"/>
              </a:rPr>
              <a:t>sınava</a:t>
            </a:r>
            <a:r>
              <a:rPr sz="1950" dirty="0">
                <a:solidFill>
                  <a:srgbClr val="252B87"/>
                </a:solidFill>
                <a:latin typeface="Arial"/>
                <a:ea typeface="Arial"/>
                <a:cs typeface="Arial"/>
              </a:rPr>
              <a:t> </a:t>
            </a:r>
            <a:r>
              <a:rPr sz="1950" dirty="0" err="1">
                <a:solidFill>
                  <a:srgbClr val="252B87"/>
                </a:solidFill>
                <a:latin typeface="Arial"/>
                <a:ea typeface="Arial"/>
                <a:cs typeface="Arial"/>
              </a:rPr>
              <a:t>girmesini</a:t>
            </a:r>
            <a:r>
              <a:rPr sz="1950" dirty="0">
                <a:solidFill>
                  <a:srgbClr val="252B87"/>
                </a:solidFill>
                <a:latin typeface="Arial"/>
                <a:ea typeface="Arial"/>
                <a:cs typeface="Arial"/>
              </a:rPr>
              <a:t>, </a:t>
            </a:r>
            <a:r>
              <a:rPr sz="1950" dirty="0" err="1">
                <a:solidFill>
                  <a:srgbClr val="252B87"/>
                </a:solidFill>
                <a:latin typeface="Arial"/>
                <a:ea typeface="Arial"/>
                <a:cs typeface="Arial"/>
              </a:rPr>
              <a:t>çalışan</a:t>
            </a:r>
            <a:r>
              <a:rPr sz="1950" dirty="0">
                <a:solidFill>
                  <a:srgbClr val="252B87"/>
                </a:solidFill>
                <a:latin typeface="Arial"/>
                <a:ea typeface="Arial"/>
                <a:cs typeface="Arial"/>
              </a:rPr>
              <a:t> </a:t>
            </a:r>
            <a:r>
              <a:rPr sz="1950" dirty="0" err="1">
                <a:solidFill>
                  <a:srgbClr val="252B87"/>
                </a:solidFill>
                <a:latin typeface="Arial"/>
                <a:ea typeface="Arial"/>
                <a:cs typeface="Arial"/>
              </a:rPr>
              <a:t>rolü</a:t>
            </a:r>
            <a:r>
              <a:rPr sz="1950" dirty="0">
                <a:solidFill>
                  <a:srgbClr val="252B87"/>
                </a:solidFill>
                <a:latin typeface="Arial"/>
                <a:ea typeface="Arial"/>
                <a:cs typeface="Arial"/>
              </a:rPr>
              <a:t> </a:t>
            </a:r>
            <a:r>
              <a:rPr sz="1950" dirty="0" err="1">
                <a:solidFill>
                  <a:srgbClr val="252B87"/>
                </a:solidFill>
                <a:latin typeface="Arial"/>
                <a:ea typeface="Arial"/>
                <a:cs typeface="Arial"/>
              </a:rPr>
              <a:t>işte</a:t>
            </a:r>
            <a:r>
              <a:rPr sz="1950" dirty="0">
                <a:solidFill>
                  <a:srgbClr val="252B87"/>
                </a:solidFill>
                <a:latin typeface="Arial"/>
                <a:ea typeface="Arial"/>
                <a:cs typeface="Arial"/>
              </a:rPr>
              <a:t> </a:t>
            </a:r>
            <a:r>
              <a:rPr sz="1950" dirty="0" err="1">
                <a:solidFill>
                  <a:srgbClr val="252B87"/>
                </a:solidFill>
                <a:latin typeface="Arial"/>
                <a:ea typeface="Arial"/>
                <a:cs typeface="Arial"/>
              </a:rPr>
              <a:t>bulunmasını</a:t>
            </a:r>
            <a:r>
              <a:rPr sz="1950" dirty="0">
                <a:solidFill>
                  <a:srgbClr val="252B87"/>
                </a:solidFill>
                <a:latin typeface="Arial"/>
                <a:ea typeface="Arial"/>
                <a:cs typeface="Arial"/>
              </a:rPr>
              <a:t> </a:t>
            </a:r>
            <a:r>
              <a:rPr sz="1950" dirty="0" err="1">
                <a:solidFill>
                  <a:srgbClr val="252B87"/>
                </a:solidFill>
                <a:latin typeface="Arial"/>
                <a:ea typeface="Arial"/>
                <a:cs typeface="Arial"/>
              </a:rPr>
              <a:t>gerektirir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Bu durum, </a:t>
            </a:r>
            <a:r>
              <a:rPr sz="1950" dirty="0" err="1">
                <a:solidFill>
                  <a:srgbClr val="252B87"/>
                </a:solidFill>
                <a:latin typeface="Arial"/>
                <a:ea typeface="Arial"/>
                <a:cs typeface="Arial"/>
              </a:rPr>
              <a:t>farklı</a:t>
            </a:r>
            <a:r>
              <a:rPr sz="1950" dirty="0">
                <a:solidFill>
                  <a:srgbClr val="252B87"/>
                </a:solidFill>
                <a:latin typeface="Arial"/>
                <a:ea typeface="Arial"/>
                <a:cs typeface="Arial"/>
              </a:rPr>
              <a:t> roller </a:t>
            </a:r>
            <a:r>
              <a:rPr sz="1950" dirty="0" err="1">
                <a:solidFill>
                  <a:srgbClr val="252B87"/>
                </a:solidFill>
                <a:latin typeface="Arial"/>
                <a:ea typeface="Arial"/>
                <a:cs typeface="Arial"/>
              </a:rPr>
              <a:t>arasında</a:t>
            </a:r>
            <a:r>
              <a:rPr sz="1950" dirty="0">
                <a:solidFill>
                  <a:srgbClr val="252B87"/>
                </a:solidFill>
                <a:latin typeface="Arial"/>
                <a:ea typeface="Arial"/>
                <a:cs typeface="Arial"/>
              </a:rPr>
              <a:t> </a:t>
            </a:r>
            <a:r>
              <a:rPr sz="1950" dirty="0" err="1">
                <a:solidFill>
                  <a:srgbClr val="252B87"/>
                </a:solidFill>
                <a:latin typeface="Arial"/>
                <a:ea typeface="Arial"/>
                <a:cs typeface="Arial"/>
              </a:rPr>
              <a:t>bir</a:t>
            </a:r>
            <a:r>
              <a:rPr sz="1950" dirty="0">
                <a:solidFill>
                  <a:srgbClr val="252B87"/>
                </a:solidFill>
                <a:latin typeface="Arial"/>
                <a:ea typeface="Arial"/>
                <a:cs typeface="Arial"/>
              </a:rPr>
              <a:t> </a:t>
            </a:r>
            <a:r>
              <a:rPr sz="1950" dirty="0" err="1">
                <a:solidFill>
                  <a:srgbClr val="252B87"/>
                </a:solidFill>
                <a:latin typeface="Arial"/>
                <a:ea typeface="Arial"/>
                <a:cs typeface="Arial"/>
              </a:rPr>
              <a:t>çatışmadır</a:t>
            </a:r>
            <a:r>
              <a:rPr sz="1950" dirty="0">
                <a:solidFill>
                  <a:srgbClr val="252B87"/>
                </a:solidFill>
                <a:latin typeface="Arial"/>
                <a:ea typeface="Arial"/>
                <a:cs typeface="Arial"/>
              </a:rPr>
              <a:t>.</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DC9C7607-4BA3-B4DC-A00F-2E67A9FCFF7E}" type="slidenum">
              <a:rPr/>
              <a:t>17</a:t>
            </a:fld>
            <a:endParaRPr/>
          </a:p>
        </p:txBody>
      </p:sp>
    </p:spTree>
    <p:extLst>
      <p:ext uri="{BB962C8B-B14F-4D97-AF65-F5344CB8AC3E}">
        <p14:creationId xmlns:p14="http://schemas.microsoft.com/office/powerpoint/2010/main" val="3209211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Rol gerilimi</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Tek bir statü içindeki beklentileri birlikte karşılamak zorlaşabilir.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öğrenci aynı gün birkaç dersin ödevini yetiştirmekte zorlanır.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Burada beklentiler öğrencilik statüsü içinde toplanır.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Bu durum, rol gerilimine örnektir.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90F7333B-44AC-F7E9-D49D-FE92F45E0477}" type="slidenum">
              <a:rPr/>
              <a:t>18</a:t>
            </a:fld>
            <a:endParaRPr/>
          </a:p>
        </p:txBody>
      </p:sp>
    </p:spTree>
    <p:extLst>
      <p:ext uri="{BB962C8B-B14F-4D97-AF65-F5344CB8AC3E}">
        <p14:creationId xmlns:p14="http://schemas.microsoft.com/office/powerpoint/2010/main" val="3209211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Çatışma mı, gerilim mi?</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 Bir anne, çocuğunun toplantısı ile iş toplantısı arasında kalıyor.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 Bir öğretmen, ders hazırlığını ve sınav okumayı yetiştiremiyor.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 Annelik ve çalışan rolleri arasında rol çatışması.</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 Öğretmenlik rolünün beklentileri içinde rol gerilimi.</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B1C6C81E-38B9-7560-621D-5A151A79DF9B}" type="slidenum">
              <a:rPr/>
              <a:t>19</a:t>
            </a:fld>
            <a:endParaRPr/>
          </a:p>
        </p:txBody>
      </p:sp>
    </p:spTree>
    <p:extLst>
      <p:ext uri="{BB962C8B-B14F-4D97-AF65-F5344CB8AC3E}">
        <p14:creationId xmlns:p14="http://schemas.microsoft.com/office/powerpoint/2010/main" val="3209211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Rol beklentileri değişebilir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Ailede ve okulda beklenen davranışlar zamanla değişebilir.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Öğretmenden yalnızca bilgi aktarması değil, katılımı desteklemesi de beklenebilir.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Yeni teknolojiler yeni sorumluluklar doğurabilir.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Beklentileri açık konuşmak, belirsizlikleri azaltmaya yardımcı olur.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CCF91274-D221-1BB4-3BF9-836E3AD31EBE}" type="slidenum">
              <a:rPr/>
              <a:t>20</a:t>
            </a:fld>
            <a:endParaRPr/>
          </a:p>
        </p:txBody>
      </p:sp>
    </p:spTree>
    <p:extLst>
      <p:ext uri="{BB962C8B-B14F-4D97-AF65-F5344CB8AC3E}">
        <p14:creationId xmlns:p14="http://schemas.microsoft.com/office/powerpoint/2010/main" val="3209211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B4AB77-3A02-F58E-3F60-BEBD21C56B0B}"/>
              </a:ext>
            </a:extLst>
          </p:cNvPr>
          <p:cNvSpPr>
            <a:spLocks noGrp="1"/>
          </p:cNvSpPr>
          <p:nvPr>
            <p:ph type="sldNum" idx="10"/>
          </p:nvPr>
        </p:nvSpPr>
        <p:spPr/>
        <p:txBody>
          <a:bodyPr/>
          <a:lstStyle/>
          <a:p>
            <a:fld id="{48F63A3B-78C7-47BE-AE5E-E10140E04643}" type="slidenum">
              <a:rPr lang="en-US" smtClean="0"/>
              <a:t>21</a:t>
            </a:fld>
            <a:endParaRPr lang="en-US"/>
          </a:p>
        </p:txBody>
      </p:sp>
      <p:pic>
        <p:nvPicPr>
          <p:cNvPr id="2050" name="Picture 2" descr="Norm Nedir - Mühendis Beyinler">
            <a:extLst>
              <a:ext uri="{FF2B5EF4-FFF2-40B4-BE49-F238E27FC236}">
                <a16:creationId xmlns:a16="http://schemas.microsoft.com/office/drawing/2014/main" id="{046A2865-53A3-85C7-3B1E-313E310F2E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0599" y="588186"/>
            <a:ext cx="7288652" cy="5024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737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a:solidFill>
                  <a:srgbClr val="252B87"/>
                </a:solidFill>
                <a:latin typeface="Arial"/>
                <a:ea typeface="Arial"/>
                <a:cs typeface="Arial"/>
              </a:rPr>
              <a:t>Norm </a:t>
            </a:r>
            <a:r>
              <a:rPr sz="1950" b="1" dirty="0" err="1">
                <a:solidFill>
                  <a:srgbClr val="252B87"/>
                </a:solidFill>
                <a:latin typeface="Arial"/>
                <a:ea typeface="Arial"/>
                <a:cs typeface="Arial"/>
              </a:rPr>
              <a:t>nedir</a:t>
            </a:r>
            <a:r>
              <a:rPr sz="1950" b="1"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Norm, </a:t>
            </a:r>
            <a:r>
              <a:rPr sz="1950" dirty="0" err="1">
                <a:solidFill>
                  <a:srgbClr val="252B87"/>
                </a:solidFill>
                <a:latin typeface="Arial"/>
                <a:ea typeface="Arial"/>
                <a:cs typeface="Arial"/>
              </a:rPr>
              <a:t>bir</a:t>
            </a:r>
            <a:r>
              <a:rPr sz="1950" dirty="0">
                <a:solidFill>
                  <a:srgbClr val="252B87"/>
                </a:solidFill>
                <a:latin typeface="Arial"/>
                <a:ea typeface="Arial"/>
                <a:cs typeface="Arial"/>
              </a:rPr>
              <a:t> </a:t>
            </a:r>
            <a:r>
              <a:rPr sz="1950" dirty="0" err="1">
                <a:solidFill>
                  <a:srgbClr val="252B87"/>
                </a:solidFill>
                <a:latin typeface="Arial"/>
                <a:ea typeface="Arial"/>
                <a:cs typeface="Arial"/>
              </a:rPr>
              <a:t>grupta</a:t>
            </a:r>
            <a:r>
              <a:rPr sz="1950" dirty="0">
                <a:solidFill>
                  <a:srgbClr val="252B87"/>
                </a:solidFill>
                <a:latin typeface="Arial"/>
                <a:ea typeface="Arial"/>
                <a:cs typeface="Arial"/>
              </a:rPr>
              <a:t> </a:t>
            </a:r>
            <a:r>
              <a:rPr sz="1950" dirty="0" err="1">
                <a:solidFill>
                  <a:srgbClr val="252B87"/>
                </a:solidFill>
                <a:latin typeface="Arial"/>
                <a:ea typeface="Arial"/>
                <a:cs typeface="Arial"/>
              </a:rPr>
              <a:t>uygun</a:t>
            </a:r>
            <a:r>
              <a:rPr sz="1950" dirty="0">
                <a:solidFill>
                  <a:srgbClr val="252B87"/>
                </a:solidFill>
                <a:latin typeface="Arial"/>
                <a:ea typeface="Arial"/>
                <a:cs typeface="Arial"/>
              </a:rPr>
              <a:t> </a:t>
            </a:r>
            <a:r>
              <a:rPr sz="1950" dirty="0" err="1">
                <a:solidFill>
                  <a:srgbClr val="252B87"/>
                </a:solidFill>
                <a:latin typeface="Arial"/>
                <a:ea typeface="Arial"/>
                <a:cs typeface="Arial"/>
              </a:rPr>
              <a:t>görülen</a:t>
            </a:r>
            <a:r>
              <a:rPr sz="1950" dirty="0">
                <a:solidFill>
                  <a:srgbClr val="252B87"/>
                </a:solidFill>
                <a:latin typeface="Arial"/>
                <a:ea typeface="Arial"/>
                <a:cs typeface="Arial"/>
              </a:rPr>
              <a:t> </a:t>
            </a:r>
            <a:r>
              <a:rPr sz="1950" dirty="0" err="1">
                <a:solidFill>
                  <a:srgbClr val="252B87"/>
                </a:solidFill>
                <a:latin typeface="Arial"/>
                <a:ea typeface="Arial"/>
                <a:cs typeface="Arial"/>
              </a:rPr>
              <a:t>davranışa</a:t>
            </a:r>
            <a:r>
              <a:rPr sz="1950" dirty="0">
                <a:solidFill>
                  <a:srgbClr val="252B87"/>
                </a:solidFill>
                <a:latin typeface="Arial"/>
                <a:ea typeface="Arial"/>
                <a:cs typeface="Arial"/>
              </a:rPr>
              <a:t> </a:t>
            </a:r>
            <a:r>
              <a:rPr sz="1950" dirty="0" err="1">
                <a:solidFill>
                  <a:srgbClr val="252B87"/>
                </a:solidFill>
                <a:latin typeface="Arial"/>
                <a:ea typeface="Arial"/>
                <a:cs typeface="Arial"/>
              </a:rPr>
              <a:t>ilişkin</a:t>
            </a:r>
            <a:r>
              <a:rPr sz="1950" dirty="0">
                <a:solidFill>
                  <a:srgbClr val="252B87"/>
                </a:solidFill>
                <a:latin typeface="Arial"/>
                <a:ea typeface="Arial"/>
                <a:cs typeface="Arial"/>
              </a:rPr>
              <a:t> </a:t>
            </a:r>
            <a:r>
              <a:rPr sz="1950" dirty="0" err="1">
                <a:solidFill>
                  <a:srgbClr val="252B87"/>
                </a:solidFill>
                <a:latin typeface="Arial"/>
                <a:ea typeface="Arial"/>
                <a:cs typeface="Arial"/>
              </a:rPr>
              <a:t>kural</a:t>
            </a:r>
            <a:r>
              <a:rPr sz="1950" dirty="0">
                <a:solidFill>
                  <a:srgbClr val="252B87"/>
                </a:solidFill>
                <a:latin typeface="Arial"/>
                <a:ea typeface="Arial"/>
                <a:cs typeface="Arial"/>
              </a:rPr>
              <a:t> </a:t>
            </a:r>
            <a:r>
              <a:rPr sz="1950" dirty="0" err="1">
                <a:solidFill>
                  <a:srgbClr val="252B87"/>
                </a:solidFill>
                <a:latin typeface="Arial"/>
                <a:ea typeface="Arial"/>
                <a:cs typeface="Arial"/>
              </a:rPr>
              <a:t>veya</a:t>
            </a:r>
            <a:r>
              <a:rPr sz="1950" dirty="0">
                <a:solidFill>
                  <a:srgbClr val="252B87"/>
                </a:solidFill>
                <a:latin typeface="Arial"/>
                <a:ea typeface="Arial"/>
                <a:cs typeface="Arial"/>
              </a:rPr>
              <a:t> </a:t>
            </a:r>
            <a:r>
              <a:rPr sz="1950" dirty="0" err="1">
                <a:solidFill>
                  <a:srgbClr val="252B87"/>
                </a:solidFill>
                <a:latin typeface="Arial"/>
                <a:ea typeface="Arial"/>
                <a:cs typeface="Arial"/>
              </a:rPr>
              <a:t>beklentidir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Söz</a:t>
            </a:r>
            <a:r>
              <a:rPr sz="1950" dirty="0">
                <a:solidFill>
                  <a:srgbClr val="252B87"/>
                </a:solidFill>
                <a:latin typeface="Arial"/>
                <a:ea typeface="Arial"/>
                <a:cs typeface="Arial"/>
              </a:rPr>
              <a:t> </a:t>
            </a:r>
            <a:r>
              <a:rPr sz="1950" dirty="0" err="1">
                <a:solidFill>
                  <a:srgbClr val="252B87"/>
                </a:solidFill>
                <a:latin typeface="Arial"/>
                <a:ea typeface="Arial"/>
                <a:cs typeface="Arial"/>
              </a:rPr>
              <a:t>alarak</a:t>
            </a:r>
            <a:r>
              <a:rPr sz="1950" dirty="0">
                <a:solidFill>
                  <a:srgbClr val="252B87"/>
                </a:solidFill>
                <a:latin typeface="Arial"/>
                <a:ea typeface="Arial"/>
                <a:cs typeface="Arial"/>
              </a:rPr>
              <a:t> </a:t>
            </a:r>
            <a:r>
              <a:rPr sz="1950" dirty="0" err="1">
                <a:solidFill>
                  <a:srgbClr val="252B87"/>
                </a:solidFill>
                <a:latin typeface="Arial"/>
                <a:ea typeface="Arial"/>
                <a:cs typeface="Arial"/>
              </a:rPr>
              <a:t>konuşmak</a:t>
            </a:r>
            <a:r>
              <a:rPr sz="1950" dirty="0">
                <a:solidFill>
                  <a:srgbClr val="252B87"/>
                </a:solidFill>
                <a:latin typeface="Arial"/>
                <a:ea typeface="Arial"/>
                <a:cs typeface="Arial"/>
              </a:rPr>
              <a:t>, </a:t>
            </a:r>
            <a:r>
              <a:rPr sz="1950" dirty="0" err="1">
                <a:solidFill>
                  <a:srgbClr val="252B87"/>
                </a:solidFill>
                <a:latin typeface="Arial"/>
                <a:ea typeface="Arial"/>
                <a:cs typeface="Arial"/>
              </a:rPr>
              <a:t>sırayı</a:t>
            </a:r>
            <a:r>
              <a:rPr sz="1950" dirty="0">
                <a:solidFill>
                  <a:srgbClr val="252B87"/>
                </a:solidFill>
                <a:latin typeface="Arial"/>
                <a:ea typeface="Arial"/>
                <a:cs typeface="Arial"/>
              </a:rPr>
              <a:t> </a:t>
            </a:r>
            <a:r>
              <a:rPr sz="1950" dirty="0" err="1">
                <a:solidFill>
                  <a:srgbClr val="252B87"/>
                </a:solidFill>
                <a:latin typeface="Arial"/>
                <a:ea typeface="Arial"/>
                <a:cs typeface="Arial"/>
              </a:rPr>
              <a:t>beklemek</a:t>
            </a:r>
            <a:r>
              <a:rPr sz="1950" dirty="0">
                <a:solidFill>
                  <a:srgbClr val="252B87"/>
                </a:solidFill>
                <a:latin typeface="Arial"/>
                <a:ea typeface="Arial"/>
                <a:cs typeface="Arial"/>
              </a:rPr>
              <a:t> </a:t>
            </a:r>
            <a:r>
              <a:rPr sz="1950" dirty="0" err="1">
                <a:solidFill>
                  <a:srgbClr val="252B87"/>
                </a:solidFill>
                <a:latin typeface="Arial"/>
                <a:ea typeface="Arial"/>
                <a:cs typeface="Arial"/>
              </a:rPr>
              <a:t>ve</a:t>
            </a:r>
            <a:r>
              <a:rPr sz="1950" dirty="0">
                <a:solidFill>
                  <a:srgbClr val="252B87"/>
                </a:solidFill>
                <a:latin typeface="Arial"/>
                <a:ea typeface="Arial"/>
                <a:cs typeface="Arial"/>
              </a:rPr>
              <a:t> </a:t>
            </a:r>
            <a:r>
              <a:rPr sz="1950" dirty="0" err="1">
                <a:solidFill>
                  <a:srgbClr val="252B87"/>
                </a:solidFill>
                <a:latin typeface="Arial"/>
                <a:ea typeface="Arial"/>
                <a:cs typeface="Arial"/>
              </a:rPr>
              <a:t>sınav</a:t>
            </a:r>
            <a:r>
              <a:rPr sz="1950" dirty="0">
                <a:solidFill>
                  <a:srgbClr val="252B87"/>
                </a:solidFill>
                <a:latin typeface="Arial"/>
                <a:ea typeface="Arial"/>
                <a:cs typeface="Arial"/>
              </a:rPr>
              <a:t> </a:t>
            </a:r>
            <a:r>
              <a:rPr sz="1950" dirty="0" err="1">
                <a:solidFill>
                  <a:srgbClr val="252B87"/>
                </a:solidFill>
                <a:latin typeface="Arial"/>
                <a:ea typeface="Arial"/>
                <a:cs typeface="Arial"/>
              </a:rPr>
              <a:t>kurallarına</a:t>
            </a:r>
            <a:r>
              <a:rPr sz="1950" dirty="0">
                <a:solidFill>
                  <a:srgbClr val="252B87"/>
                </a:solidFill>
                <a:latin typeface="Arial"/>
                <a:ea typeface="Arial"/>
                <a:cs typeface="Arial"/>
              </a:rPr>
              <a:t> </a:t>
            </a:r>
            <a:r>
              <a:rPr sz="1950" dirty="0" err="1">
                <a:solidFill>
                  <a:srgbClr val="252B87"/>
                </a:solidFill>
                <a:latin typeface="Arial"/>
                <a:ea typeface="Arial"/>
                <a:cs typeface="Arial"/>
              </a:rPr>
              <a:t>uymak</a:t>
            </a:r>
            <a:r>
              <a:rPr sz="1950" dirty="0">
                <a:solidFill>
                  <a:srgbClr val="252B87"/>
                </a:solidFill>
                <a:latin typeface="Arial"/>
                <a:ea typeface="Arial"/>
                <a:cs typeface="Arial"/>
              </a:rPr>
              <a:t> </a:t>
            </a:r>
            <a:r>
              <a:rPr sz="1950" dirty="0" err="1">
                <a:solidFill>
                  <a:srgbClr val="252B87"/>
                </a:solidFill>
                <a:latin typeface="Arial"/>
                <a:ea typeface="Arial"/>
                <a:cs typeface="Arial"/>
              </a:rPr>
              <a:t>örnektir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Normlar</a:t>
            </a:r>
            <a:r>
              <a:rPr sz="1950" dirty="0">
                <a:solidFill>
                  <a:srgbClr val="252B87"/>
                </a:solidFill>
                <a:latin typeface="Arial"/>
                <a:ea typeface="Arial"/>
                <a:cs typeface="Arial"/>
              </a:rPr>
              <a:t>, </a:t>
            </a:r>
            <a:r>
              <a:rPr sz="1950" dirty="0" err="1">
                <a:solidFill>
                  <a:srgbClr val="252B87"/>
                </a:solidFill>
                <a:latin typeface="Arial"/>
                <a:ea typeface="Arial"/>
                <a:cs typeface="Arial"/>
              </a:rPr>
              <a:t>insanların</a:t>
            </a:r>
            <a:r>
              <a:rPr sz="1950" dirty="0">
                <a:solidFill>
                  <a:srgbClr val="252B87"/>
                </a:solidFill>
                <a:latin typeface="Arial"/>
                <a:ea typeface="Arial"/>
                <a:cs typeface="Arial"/>
              </a:rPr>
              <a:t> </a:t>
            </a:r>
            <a:r>
              <a:rPr sz="1950" dirty="0" err="1">
                <a:solidFill>
                  <a:srgbClr val="252B87"/>
                </a:solidFill>
                <a:latin typeface="Arial"/>
                <a:ea typeface="Arial"/>
                <a:cs typeface="Arial"/>
              </a:rPr>
              <a:t>birbirinden</a:t>
            </a:r>
            <a:r>
              <a:rPr sz="1950" dirty="0">
                <a:solidFill>
                  <a:srgbClr val="252B87"/>
                </a:solidFill>
                <a:latin typeface="Arial"/>
                <a:ea typeface="Arial"/>
                <a:cs typeface="Arial"/>
              </a:rPr>
              <a:t> ne </a:t>
            </a:r>
            <a:r>
              <a:rPr sz="1950" dirty="0" err="1">
                <a:solidFill>
                  <a:srgbClr val="252B87"/>
                </a:solidFill>
                <a:latin typeface="Arial"/>
                <a:ea typeface="Arial"/>
                <a:cs typeface="Arial"/>
              </a:rPr>
              <a:t>bekleyebileceğini</a:t>
            </a:r>
            <a:r>
              <a:rPr sz="1950" dirty="0">
                <a:solidFill>
                  <a:srgbClr val="252B87"/>
                </a:solidFill>
                <a:latin typeface="Arial"/>
                <a:ea typeface="Arial"/>
                <a:cs typeface="Arial"/>
              </a:rPr>
              <a:t> </a:t>
            </a:r>
            <a:r>
              <a:rPr sz="1950" dirty="0" err="1">
                <a:solidFill>
                  <a:srgbClr val="252B87"/>
                </a:solidFill>
                <a:latin typeface="Arial"/>
                <a:ea typeface="Arial"/>
                <a:cs typeface="Arial"/>
              </a:rPr>
              <a:t>anlamasını</a:t>
            </a:r>
            <a:r>
              <a:rPr sz="1950" dirty="0">
                <a:solidFill>
                  <a:srgbClr val="252B87"/>
                </a:solidFill>
                <a:latin typeface="Arial"/>
                <a:ea typeface="Arial"/>
                <a:cs typeface="Arial"/>
              </a:rPr>
              <a:t> </a:t>
            </a:r>
            <a:r>
              <a:rPr sz="1950" dirty="0" err="1">
                <a:solidFill>
                  <a:srgbClr val="252B87"/>
                </a:solidFill>
                <a:latin typeface="Arial"/>
                <a:ea typeface="Arial"/>
                <a:cs typeface="Arial"/>
              </a:rPr>
              <a:t>sağlar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Temel </a:t>
            </a:r>
            <a:r>
              <a:rPr sz="1950" dirty="0" err="1">
                <a:solidFill>
                  <a:srgbClr val="252B87"/>
                </a:solidFill>
                <a:latin typeface="Arial"/>
                <a:ea typeface="Arial"/>
                <a:cs typeface="Arial"/>
              </a:rPr>
              <a:t>soru</a:t>
            </a:r>
            <a:r>
              <a:rPr sz="1950" dirty="0">
                <a:solidFill>
                  <a:srgbClr val="252B87"/>
                </a:solidFill>
                <a:latin typeface="Arial"/>
                <a:ea typeface="Arial"/>
                <a:cs typeface="Arial"/>
              </a:rPr>
              <a:t>: Bu </a:t>
            </a:r>
            <a:r>
              <a:rPr sz="1950" dirty="0" err="1">
                <a:solidFill>
                  <a:srgbClr val="252B87"/>
                </a:solidFill>
                <a:latin typeface="Arial"/>
                <a:ea typeface="Arial"/>
                <a:cs typeface="Arial"/>
              </a:rPr>
              <a:t>durumda</a:t>
            </a:r>
            <a:r>
              <a:rPr sz="1950" dirty="0">
                <a:solidFill>
                  <a:srgbClr val="252B87"/>
                </a:solidFill>
                <a:latin typeface="Arial"/>
                <a:ea typeface="Arial"/>
                <a:cs typeface="Arial"/>
              </a:rPr>
              <a:t> </a:t>
            </a:r>
            <a:r>
              <a:rPr sz="1950" dirty="0" err="1">
                <a:solidFill>
                  <a:srgbClr val="252B87"/>
                </a:solidFill>
                <a:latin typeface="Arial"/>
                <a:ea typeface="Arial"/>
                <a:cs typeface="Arial"/>
              </a:rPr>
              <a:t>nasıl</a:t>
            </a:r>
            <a:r>
              <a:rPr sz="1950" dirty="0">
                <a:solidFill>
                  <a:srgbClr val="252B87"/>
                </a:solidFill>
                <a:latin typeface="Arial"/>
                <a:ea typeface="Arial"/>
                <a:cs typeface="Arial"/>
              </a:rPr>
              <a:t> </a:t>
            </a:r>
            <a:r>
              <a:rPr sz="1950" dirty="0" err="1">
                <a:solidFill>
                  <a:srgbClr val="252B87"/>
                </a:solidFill>
                <a:latin typeface="Arial"/>
                <a:ea typeface="Arial"/>
                <a:cs typeface="Arial"/>
              </a:rPr>
              <a:t>davranmamız</a:t>
            </a:r>
            <a:r>
              <a:rPr sz="1950" dirty="0">
                <a:solidFill>
                  <a:srgbClr val="252B87"/>
                </a:solidFill>
                <a:latin typeface="Arial"/>
                <a:ea typeface="Arial"/>
                <a:cs typeface="Arial"/>
              </a:rPr>
              <a:t> </a:t>
            </a:r>
            <a:r>
              <a:rPr sz="1950" dirty="0" err="1">
                <a:solidFill>
                  <a:srgbClr val="252B87"/>
                </a:solidFill>
                <a:latin typeface="Arial"/>
                <a:ea typeface="Arial"/>
                <a:cs typeface="Arial"/>
              </a:rPr>
              <a:t>bekleniyor</a:t>
            </a:r>
            <a:r>
              <a:rPr sz="1950" dirty="0">
                <a:solidFill>
                  <a:srgbClr val="252B87"/>
                </a:solidFill>
                <a:latin typeface="Arial"/>
                <a:ea typeface="Arial"/>
                <a:cs typeface="Arial"/>
              </a:rPr>
              <a:t>?</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844E025A-983C-6D44-79C6-4612AACD43FC}" type="slidenum">
              <a:rPr/>
              <a:t>22</a:t>
            </a:fld>
            <a:endParaRPr/>
          </a:p>
        </p:txBody>
      </p:sp>
    </p:spTree>
    <p:extLst>
      <p:ext uri="{BB962C8B-B14F-4D97-AF65-F5344CB8AC3E}">
        <p14:creationId xmlns:p14="http://schemas.microsoft.com/office/powerpoint/2010/main" val="3209211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err="1">
                <a:solidFill>
                  <a:srgbClr val="252B87"/>
                </a:solidFill>
                <a:latin typeface="Arial"/>
                <a:ea typeface="Arial"/>
                <a:cs typeface="Arial"/>
              </a:rPr>
              <a:t>Yazılı</a:t>
            </a:r>
            <a:r>
              <a:rPr sz="1950" b="1" dirty="0">
                <a:solidFill>
                  <a:srgbClr val="252B87"/>
                </a:solidFill>
                <a:latin typeface="Arial"/>
                <a:ea typeface="Arial"/>
                <a:cs typeface="Arial"/>
              </a:rPr>
              <a:t> </a:t>
            </a:r>
            <a:r>
              <a:rPr sz="1950" b="1" dirty="0" err="1">
                <a:solidFill>
                  <a:srgbClr val="252B87"/>
                </a:solidFill>
                <a:latin typeface="Arial"/>
                <a:ea typeface="Arial"/>
                <a:cs typeface="Arial"/>
              </a:rPr>
              <a:t>ve</a:t>
            </a:r>
            <a:r>
              <a:rPr sz="1950" b="1" dirty="0">
                <a:solidFill>
                  <a:srgbClr val="252B87"/>
                </a:solidFill>
                <a:latin typeface="Arial"/>
                <a:ea typeface="Arial"/>
                <a:cs typeface="Arial"/>
              </a:rPr>
              <a:t> </a:t>
            </a:r>
            <a:r>
              <a:rPr sz="1950" b="1" dirty="0" err="1">
                <a:solidFill>
                  <a:srgbClr val="252B87"/>
                </a:solidFill>
                <a:latin typeface="Arial"/>
                <a:ea typeface="Arial"/>
                <a:cs typeface="Arial"/>
              </a:rPr>
              <a:t>yazısız</a:t>
            </a:r>
            <a:r>
              <a:rPr sz="1950" b="1" dirty="0">
                <a:solidFill>
                  <a:srgbClr val="252B87"/>
                </a:solidFill>
                <a:latin typeface="Arial"/>
                <a:ea typeface="Arial"/>
                <a:cs typeface="Arial"/>
              </a:rPr>
              <a:t> </a:t>
            </a:r>
            <a:r>
              <a:rPr sz="1950" b="1" dirty="0" err="1">
                <a:solidFill>
                  <a:srgbClr val="252B87"/>
                </a:solidFill>
                <a:latin typeface="Arial"/>
                <a:ea typeface="Arial"/>
                <a:cs typeface="Arial"/>
              </a:rPr>
              <a:t>normlar</a:t>
            </a:r>
            <a:endParaRPr sz="1950" b="1"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sz="1950" b="1" u="sng" dirty="0" err="1">
                <a:solidFill>
                  <a:srgbClr val="252B87"/>
                </a:solidFill>
                <a:latin typeface="Arial"/>
                <a:ea typeface="Arial"/>
                <a:cs typeface="Arial"/>
              </a:rPr>
              <a:t>Yazılı</a:t>
            </a:r>
            <a:r>
              <a:rPr sz="1950" b="1" u="sng" dirty="0">
                <a:solidFill>
                  <a:srgbClr val="252B87"/>
                </a:solidFill>
                <a:latin typeface="Arial"/>
                <a:ea typeface="Arial"/>
                <a:cs typeface="Arial"/>
              </a:rPr>
              <a:t> </a:t>
            </a:r>
            <a:r>
              <a:rPr sz="1950" b="1" u="sng" dirty="0" err="1">
                <a:solidFill>
                  <a:srgbClr val="252B87"/>
                </a:solidFill>
                <a:latin typeface="Arial"/>
                <a:ea typeface="Arial"/>
                <a:cs typeface="Arial"/>
              </a:rPr>
              <a:t>normlar</a:t>
            </a:r>
            <a:r>
              <a:rPr sz="1950" b="1" u="sng" dirty="0">
                <a:solidFill>
                  <a:srgbClr val="252B87"/>
                </a:solidFill>
                <a:latin typeface="Arial"/>
                <a:ea typeface="Arial"/>
                <a:cs typeface="Arial"/>
              </a:rPr>
              <a:t>: </a:t>
            </a:r>
            <a:r>
              <a:rPr sz="1950" dirty="0" err="1">
                <a:solidFill>
                  <a:srgbClr val="252B87"/>
                </a:solidFill>
                <a:latin typeface="Arial"/>
                <a:ea typeface="Arial"/>
                <a:cs typeface="Arial"/>
              </a:rPr>
              <a:t>Yönetmelik</a:t>
            </a:r>
            <a:r>
              <a:rPr sz="1950" dirty="0">
                <a:solidFill>
                  <a:srgbClr val="252B87"/>
                </a:solidFill>
                <a:latin typeface="Arial"/>
                <a:ea typeface="Arial"/>
                <a:cs typeface="Arial"/>
              </a:rPr>
              <a:t>, </a:t>
            </a:r>
            <a:r>
              <a:rPr sz="1950" dirty="0" err="1">
                <a:solidFill>
                  <a:srgbClr val="252B87"/>
                </a:solidFill>
                <a:latin typeface="Arial"/>
                <a:ea typeface="Arial"/>
                <a:cs typeface="Arial"/>
              </a:rPr>
              <a:t>sınav</a:t>
            </a:r>
            <a:r>
              <a:rPr sz="1950" dirty="0">
                <a:solidFill>
                  <a:srgbClr val="252B87"/>
                </a:solidFill>
                <a:latin typeface="Arial"/>
                <a:ea typeface="Arial"/>
                <a:cs typeface="Arial"/>
              </a:rPr>
              <a:t> </a:t>
            </a:r>
            <a:r>
              <a:rPr sz="1950" dirty="0" err="1">
                <a:solidFill>
                  <a:srgbClr val="252B87"/>
                </a:solidFill>
                <a:latin typeface="Arial"/>
                <a:ea typeface="Arial"/>
                <a:cs typeface="Arial"/>
              </a:rPr>
              <a:t>yönergesi</a:t>
            </a:r>
            <a:r>
              <a:rPr sz="1950" dirty="0">
                <a:solidFill>
                  <a:srgbClr val="252B87"/>
                </a:solidFill>
                <a:latin typeface="Arial"/>
                <a:ea typeface="Arial"/>
                <a:cs typeface="Arial"/>
              </a:rPr>
              <a:t> </a:t>
            </a:r>
            <a:r>
              <a:rPr sz="1950" dirty="0" err="1">
                <a:solidFill>
                  <a:srgbClr val="252B87"/>
                </a:solidFill>
                <a:latin typeface="Arial"/>
                <a:ea typeface="Arial"/>
                <a:cs typeface="Arial"/>
              </a:rPr>
              <a:t>ve</a:t>
            </a:r>
            <a:r>
              <a:rPr sz="1950" dirty="0">
                <a:solidFill>
                  <a:srgbClr val="252B87"/>
                </a:solidFill>
                <a:latin typeface="Arial"/>
                <a:ea typeface="Arial"/>
                <a:cs typeface="Arial"/>
              </a:rPr>
              <a:t> </a:t>
            </a:r>
            <a:r>
              <a:rPr sz="1950" dirty="0" err="1">
                <a:solidFill>
                  <a:srgbClr val="252B87"/>
                </a:solidFill>
                <a:latin typeface="Arial"/>
                <a:ea typeface="Arial"/>
                <a:cs typeface="Arial"/>
              </a:rPr>
              <a:t>kurum</a:t>
            </a:r>
            <a:r>
              <a:rPr sz="1950" dirty="0">
                <a:solidFill>
                  <a:srgbClr val="252B87"/>
                </a:solidFill>
                <a:latin typeface="Arial"/>
                <a:ea typeface="Arial"/>
                <a:cs typeface="Arial"/>
              </a:rPr>
              <a:t> </a:t>
            </a:r>
            <a:r>
              <a:rPr sz="1950" dirty="0" err="1">
                <a:solidFill>
                  <a:srgbClr val="252B87"/>
                </a:solidFill>
                <a:latin typeface="Arial"/>
                <a:ea typeface="Arial"/>
                <a:cs typeface="Arial"/>
              </a:rPr>
              <a:t>kuralları</a:t>
            </a:r>
            <a:r>
              <a:rPr sz="1950" dirty="0">
                <a:solidFill>
                  <a:srgbClr val="252B87"/>
                </a:solidFill>
                <a:latin typeface="Arial"/>
                <a:ea typeface="Arial"/>
                <a:cs typeface="Arial"/>
              </a:rPr>
              <a:t> </a:t>
            </a:r>
            <a:r>
              <a:rPr sz="1950" dirty="0" err="1">
                <a:solidFill>
                  <a:srgbClr val="252B87"/>
                </a:solidFill>
                <a:latin typeface="Arial"/>
                <a:ea typeface="Arial"/>
                <a:cs typeface="Arial"/>
              </a:rPr>
              <a:t>gibi</a:t>
            </a:r>
            <a:r>
              <a:rPr sz="1950" dirty="0">
                <a:solidFill>
                  <a:srgbClr val="252B87"/>
                </a:solidFill>
                <a:latin typeface="Arial"/>
                <a:ea typeface="Arial"/>
                <a:cs typeface="Arial"/>
              </a:rPr>
              <a:t> </a:t>
            </a:r>
            <a:r>
              <a:rPr sz="1950" dirty="0" err="1">
                <a:solidFill>
                  <a:srgbClr val="252B87"/>
                </a:solidFill>
                <a:latin typeface="Arial"/>
                <a:ea typeface="Arial"/>
                <a:cs typeface="Arial"/>
              </a:rPr>
              <a:t>açık</a:t>
            </a:r>
            <a:r>
              <a:rPr sz="1950" dirty="0">
                <a:solidFill>
                  <a:srgbClr val="252B87"/>
                </a:solidFill>
                <a:latin typeface="Arial"/>
                <a:ea typeface="Arial"/>
                <a:cs typeface="Arial"/>
              </a:rPr>
              <a:t> </a:t>
            </a:r>
            <a:r>
              <a:rPr sz="1950" dirty="0" err="1">
                <a:solidFill>
                  <a:srgbClr val="252B87"/>
                </a:solidFill>
                <a:latin typeface="Arial"/>
                <a:ea typeface="Arial"/>
                <a:cs typeface="Arial"/>
              </a:rPr>
              <a:t>düzenlemeler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b="1" u="sng" dirty="0" err="1">
                <a:solidFill>
                  <a:srgbClr val="252B87"/>
                </a:solidFill>
                <a:latin typeface="Arial"/>
                <a:ea typeface="Arial"/>
                <a:cs typeface="Arial"/>
              </a:rPr>
              <a:t>Yazısız</a:t>
            </a:r>
            <a:r>
              <a:rPr sz="1950" b="1" u="sng" dirty="0">
                <a:solidFill>
                  <a:srgbClr val="252B87"/>
                </a:solidFill>
                <a:latin typeface="Arial"/>
                <a:ea typeface="Arial"/>
                <a:cs typeface="Arial"/>
              </a:rPr>
              <a:t> </a:t>
            </a:r>
            <a:r>
              <a:rPr sz="1950" b="1" u="sng" dirty="0" err="1">
                <a:solidFill>
                  <a:srgbClr val="252B87"/>
                </a:solidFill>
                <a:latin typeface="Arial"/>
                <a:ea typeface="Arial"/>
                <a:cs typeface="Arial"/>
              </a:rPr>
              <a:t>normlar</a:t>
            </a:r>
            <a:r>
              <a:rPr sz="1950" b="1" u="sng" dirty="0">
                <a:solidFill>
                  <a:srgbClr val="252B87"/>
                </a:solidFill>
                <a:latin typeface="Arial"/>
                <a:ea typeface="Arial"/>
                <a:cs typeface="Arial"/>
              </a:rPr>
              <a:t>: </a:t>
            </a:r>
            <a:r>
              <a:rPr sz="1950" dirty="0" err="1">
                <a:solidFill>
                  <a:srgbClr val="252B87"/>
                </a:solidFill>
                <a:latin typeface="Arial"/>
                <a:ea typeface="Arial"/>
                <a:cs typeface="Arial"/>
              </a:rPr>
              <a:t>Selamlaşma</a:t>
            </a:r>
            <a:r>
              <a:rPr sz="1950" dirty="0">
                <a:solidFill>
                  <a:srgbClr val="252B87"/>
                </a:solidFill>
                <a:latin typeface="Arial"/>
                <a:ea typeface="Arial"/>
                <a:cs typeface="Arial"/>
              </a:rPr>
              <a:t> </a:t>
            </a:r>
            <a:r>
              <a:rPr sz="1950" dirty="0" err="1">
                <a:solidFill>
                  <a:srgbClr val="252B87"/>
                </a:solidFill>
                <a:latin typeface="Arial"/>
                <a:ea typeface="Arial"/>
                <a:cs typeface="Arial"/>
              </a:rPr>
              <a:t>veya</a:t>
            </a:r>
            <a:r>
              <a:rPr sz="1950" dirty="0">
                <a:solidFill>
                  <a:srgbClr val="252B87"/>
                </a:solidFill>
                <a:latin typeface="Arial"/>
                <a:ea typeface="Arial"/>
                <a:cs typeface="Arial"/>
              </a:rPr>
              <a:t> </a:t>
            </a:r>
            <a:r>
              <a:rPr sz="1950" dirty="0" err="1">
                <a:solidFill>
                  <a:srgbClr val="252B87"/>
                </a:solidFill>
                <a:latin typeface="Arial"/>
                <a:ea typeface="Arial"/>
                <a:cs typeface="Arial"/>
              </a:rPr>
              <a:t>konuşanın</a:t>
            </a:r>
            <a:r>
              <a:rPr sz="1950" dirty="0">
                <a:solidFill>
                  <a:srgbClr val="252B87"/>
                </a:solidFill>
                <a:latin typeface="Arial"/>
                <a:ea typeface="Arial"/>
                <a:cs typeface="Arial"/>
              </a:rPr>
              <a:t> </a:t>
            </a:r>
            <a:r>
              <a:rPr sz="1950" dirty="0" err="1">
                <a:solidFill>
                  <a:srgbClr val="252B87"/>
                </a:solidFill>
                <a:latin typeface="Arial"/>
                <a:ea typeface="Arial"/>
                <a:cs typeface="Arial"/>
              </a:rPr>
              <a:t>sözünü</a:t>
            </a:r>
            <a:r>
              <a:rPr sz="1950" dirty="0">
                <a:solidFill>
                  <a:srgbClr val="252B87"/>
                </a:solidFill>
                <a:latin typeface="Arial"/>
                <a:ea typeface="Arial"/>
                <a:cs typeface="Arial"/>
              </a:rPr>
              <a:t> </a:t>
            </a:r>
            <a:r>
              <a:rPr sz="1950" dirty="0" err="1">
                <a:solidFill>
                  <a:srgbClr val="252B87"/>
                </a:solidFill>
                <a:latin typeface="Arial"/>
                <a:ea typeface="Arial"/>
                <a:cs typeface="Arial"/>
              </a:rPr>
              <a:t>kesmeme</a:t>
            </a:r>
            <a:r>
              <a:rPr sz="1950" dirty="0">
                <a:solidFill>
                  <a:srgbClr val="252B87"/>
                </a:solidFill>
                <a:latin typeface="Arial"/>
                <a:ea typeface="Arial"/>
                <a:cs typeface="Arial"/>
              </a:rPr>
              <a:t> </a:t>
            </a:r>
            <a:r>
              <a:rPr sz="1950" dirty="0" err="1">
                <a:solidFill>
                  <a:srgbClr val="252B87"/>
                </a:solidFill>
                <a:latin typeface="Arial"/>
                <a:ea typeface="Arial"/>
                <a:cs typeface="Arial"/>
              </a:rPr>
              <a:t>gibi</a:t>
            </a:r>
            <a:r>
              <a:rPr sz="1950" dirty="0">
                <a:solidFill>
                  <a:srgbClr val="252B87"/>
                </a:solidFill>
                <a:latin typeface="Arial"/>
                <a:ea typeface="Arial"/>
                <a:cs typeface="Arial"/>
              </a:rPr>
              <a:t> </a:t>
            </a:r>
            <a:r>
              <a:rPr sz="1950" dirty="0" err="1">
                <a:solidFill>
                  <a:srgbClr val="252B87"/>
                </a:solidFill>
                <a:latin typeface="Arial"/>
                <a:ea typeface="Arial"/>
                <a:cs typeface="Arial"/>
              </a:rPr>
              <a:t>beklentiler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Yazısız</a:t>
            </a:r>
            <a:r>
              <a:rPr sz="1950" dirty="0">
                <a:solidFill>
                  <a:srgbClr val="252B87"/>
                </a:solidFill>
                <a:latin typeface="Arial"/>
                <a:ea typeface="Arial"/>
                <a:cs typeface="Arial"/>
              </a:rPr>
              <a:t> </a:t>
            </a:r>
            <a:r>
              <a:rPr sz="1950" dirty="0" err="1">
                <a:solidFill>
                  <a:srgbClr val="252B87"/>
                </a:solidFill>
                <a:latin typeface="Arial"/>
                <a:ea typeface="Arial"/>
                <a:cs typeface="Arial"/>
              </a:rPr>
              <a:t>kuralları</a:t>
            </a:r>
            <a:r>
              <a:rPr sz="1950" dirty="0">
                <a:solidFill>
                  <a:srgbClr val="252B87"/>
                </a:solidFill>
                <a:latin typeface="Arial"/>
                <a:ea typeface="Arial"/>
                <a:cs typeface="Arial"/>
              </a:rPr>
              <a:t> </a:t>
            </a:r>
            <a:r>
              <a:rPr sz="1950" dirty="0" err="1">
                <a:solidFill>
                  <a:srgbClr val="252B87"/>
                </a:solidFill>
                <a:latin typeface="Arial"/>
                <a:ea typeface="Arial"/>
                <a:cs typeface="Arial"/>
              </a:rPr>
              <a:t>çoğu</a:t>
            </a:r>
            <a:r>
              <a:rPr sz="1950" dirty="0">
                <a:solidFill>
                  <a:srgbClr val="252B87"/>
                </a:solidFill>
                <a:latin typeface="Arial"/>
                <a:ea typeface="Arial"/>
                <a:cs typeface="Arial"/>
              </a:rPr>
              <a:t> zaman </a:t>
            </a:r>
            <a:r>
              <a:rPr sz="1950" dirty="0" err="1">
                <a:solidFill>
                  <a:srgbClr val="252B87"/>
                </a:solidFill>
                <a:latin typeface="Arial"/>
                <a:ea typeface="Arial"/>
                <a:cs typeface="Arial"/>
              </a:rPr>
              <a:t>gözlemleyerek</a:t>
            </a:r>
            <a:r>
              <a:rPr sz="1950" dirty="0">
                <a:solidFill>
                  <a:srgbClr val="252B87"/>
                </a:solidFill>
                <a:latin typeface="Arial"/>
                <a:ea typeface="Arial"/>
                <a:cs typeface="Arial"/>
              </a:rPr>
              <a:t> </a:t>
            </a:r>
            <a:r>
              <a:rPr sz="1950" dirty="0" err="1">
                <a:solidFill>
                  <a:srgbClr val="252B87"/>
                </a:solidFill>
                <a:latin typeface="Arial"/>
                <a:ea typeface="Arial"/>
                <a:cs typeface="Arial"/>
              </a:rPr>
              <a:t>öğreniriz</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Bir </a:t>
            </a:r>
            <a:r>
              <a:rPr sz="1950" dirty="0" err="1">
                <a:solidFill>
                  <a:srgbClr val="252B87"/>
                </a:solidFill>
                <a:latin typeface="Arial"/>
                <a:ea typeface="Arial"/>
                <a:cs typeface="Arial"/>
              </a:rPr>
              <a:t>davranış</a:t>
            </a:r>
            <a:r>
              <a:rPr sz="1950" dirty="0">
                <a:solidFill>
                  <a:srgbClr val="252B87"/>
                </a:solidFill>
                <a:latin typeface="Arial"/>
                <a:ea typeface="Arial"/>
                <a:cs typeface="Arial"/>
              </a:rPr>
              <a:t> </a:t>
            </a:r>
            <a:r>
              <a:rPr sz="1950" dirty="0" err="1">
                <a:solidFill>
                  <a:srgbClr val="252B87"/>
                </a:solidFill>
                <a:latin typeface="Arial"/>
                <a:ea typeface="Arial"/>
                <a:cs typeface="Arial"/>
              </a:rPr>
              <a:t>beklentisi</a:t>
            </a:r>
            <a:r>
              <a:rPr sz="1950" dirty="0">
                <a:solidFill>
                  <a:srgbClr val="252B87"/>
                </a:solidFill>
                <a:latin typeface="Arial"/>
                <a:ea typeface="Arial"/>
                <a:cs typeface="Arial"/>
              </a:rPr>
              <a:t> hem </a:t>
            </a:r>
            <a:r>
              <a:rPr sz="1950" dirty="0" err="1">
                <a:solidFill>
                  <a:srgbClr val="252B87"/>
                </a:solidFill>
                <a:latin typeface="Arial"/>
                <a:ea typeface="Arial"/>
                <a:cs typeface="Arial"/>
              </a:rPr>
              <a:t>yazılı</a:t>
            </a:r>
            <a:r>
              <a:rPr sz="1950" dirty="0">
                <a:solidFill>
                  <a:srgbClr val="252B87"/>
                </a:solidFill>
                <a:latin typeface="Arial"/>
                <a:ea typeface="Arial"/>
                <a:cs typeface="Arial"/>
              </a:rPr>
              <a:t> hem </a:t>
            </a:r>
            <a:r>
              <a:rPr sz="1950" dirty="0" err="1">
                <a:solidFill>
                  <a:srgbClr val="252B87"/>
                </a:solidFill>
                <a:latin typeface="Arial"/>
                <a:ea typeface="Arial"/>
                <a:cs typeface="Arial"/>
              </a:rPr>
              <a:t>yazısız</a:t>
            </a:r>
            <a:r>
              <a:rPr sz="1950" dirty="0">
                <a:solidFill>
                  <a:srgbClr val="252B87"/>
                </a:solidFill>
                <a:latin typeface="Arial"/>
                <a:ea typeface="Arial"/>
                <a:cs typeface="Arial"/>
              </a:rPr>
              <a:t> </a:t>
            </a:r>
            <a:r>
              <a:rPr sz="1950" dirty="0" err="1">
                <a:solidFill>
                  <a:srgbClr val="252B87"/>
                </a:solidFill>
                <a:latin typeface="Arial"/>
                <a:ea typeface="Arial"/>
                <a:cs typeface="Arial"/>
              </a:rPr>
              <a:t>biçimde</a:t>
            </a:r>
            <a:r>
              <a:rPr sz="1950" dirty="0">
                <a:solidFill>
                  <a:srgbClr val="252B87"/>
                </a:solidFill>
                <a:latin typeface="Arial"/>
                <a:ea typeface="Arial"/>
                <a:cs typeface="Arial"/>
              </a:rPr>
              <a:t> </a:t>
            </a:r>
            <a:r>
              <a:rPr sz="1950" dirty="0" err="1">
                <a:solidFill>
                  <a:srgbClr val="252B87"/>
                </a:solidFill>
                <a:latin typeface="Arial"/>
                <a:ea typeface="Arial"/>
                <a:cs typeface="Arial"/>
              </a:rPr>
              <a:t>desteklenebilir</a:t>
            </a:r>
            <a:r>
              <a:rPr sz="1950" dirty="0">
                <a:solidFill>
                  <a:srgbClr val="252B87"/>
                </a:solidFill>
                <a:latin typeface="Arial"/>
                <a:ea typeface="Arial"/>
                <a:cs typeface="Arial"/>
              </a:rPr>
              <a:t>.</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F6DF2BE2-2DFA-1C03-677D-BDC2260D6D92}" type="slidenum">
              <a:rPr/>
              <a:t>23</a:t>
            </a:fld>
            <a:endParaRPr/>
          </a:p>
        </p:txBody>
      </p:sp>
    </p:spTree>
    <p:extLst>
      <p:ext uri="{BB962C8B-B14F-4D97-AF65-F5344CB8AC3E}">
        <p14:creationId xmlns:p14="http://schemas.microsoft.com/office/powerpoint/2010/main" val="3209211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398835" y="457199"/>
            <a:ext cx="10165404" cy="6284069"/>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800" b="1" dirty="0" err="1">
                <a:solidFill>
                  <a:srgbClr val="252B87"/>
                </a:solidFill>
                <a:latin typeface="Arial"/>
                <a:ea typeface="Arial"/>
                <a:cs typeface="Arial"/>
              </a:rPr>
              <a:t>Gündelik</a:t>
            </a:r>
            <a:r>
              <a:rPr sz="1800" b="1" dirty="0">
                <a:solidFill>
                  <a:srgbClr val="252B87"/>
                </a:solidFill>
                <a:latin typeface="Arial"/>
                <a:ea typeface="Arial"/>
                <a:cs typeface="Arial"/>
              </a:rPr>
              <a:t> </a:t>
            </a:r>
            <a:r>
              <a:rPr sz="1800" b="1" dirty="0" err="1">
                <a:solidFill>
                  <a:srgbClr val="252B87"/>
                </a:solidFill>
                <a:latin typeface="Arial"/>
                <a:ea typeface="Arial"/>
                <a:cs typeface="Arial"/>
              </a:rPr>
              <a:t>kurallar</a:t>
            </a:r>
            <a:r>
              <a:rPr sz="1800" b="1" dirty="0">
                <a:solidFill>
                  <a:srgbClr val="252B87"/>
                </a:solidFill>
                <a:latin typeface="Arial"/>
                <a:ea typeface="Arial"/>
                <a:cs typeface="Arial"/>
              </a:rPr>
              <a:t> </a:t>
            </a:r>
            <a:r>
              <a:rPr sz="1800" b="1" dirty="0" err="1">
                <a:solidFill>
                  <a:srgbClr val="252B87"/>
                </a:solidFill>
                <a:latin typeface="Arial"/>
                <a:ea typeface="Arial"/>
                <a:cs typeface="Arial"/>
              </a:rPr>
              <a:t>ve</a:t>
            </a:r>
            <a:r>
              <a:rPr sz="1800" b="1" dirty="0">
                <a:solidFill>
                  <a:srgbClr val="252B87"/>
                </a:solidFill>
                <a:latin typeface="Arial"/>
                <a:ea typeface="Arial"/>
                <a:cs typeface="Arial"/>
              </a:rPr>
              <a:t> </a:t>
            </a:r>
            <a:r>
              <a:rPr sz="1800" b="1" dirty="0" err="1">
                <a:solidFill>
                  <a:srgbClr val="252B87"/>
                </a:solidFill>
                <a:latin typeface="Arial"/>
                <a:ea typeface="Arial"/>
                <a:cs typeface="Arial"/>
              </a:rPr>
              <a:t>ahlaki</a:t>
            </a:r>
            <a:r>
              <a:rPr sz="1800" b="1" dirty="0">
                <a:solidFill>
                  <a:srgbClr val="252B87"/>
                </a:solidFill>
                <a:latin typeface="Arial"/>
                <a:ea typeface="Arial"/>
                <a:cs typeface="Arial"/>
              </a:rPr>
              <a:t> </a:t>
            </a:r>
            <a:r>
              <a:rPr sz="1800" b="1" dirty="0" err="1">
                <a:solidFill>
                  <a:srgbClr val="252B87"/>
                </a:solidFill>
                <a:latin typeface="Arial"/>
                <a:ea typeface="Arial"/>
                <a:cs typeface="Arial"/>
              </a:rPr>
              <a:t>beklentiler</a:t>
            </a:r>
            <a:endParaRPr sz="1800" b="1" dirty="0">
              <a:solidFill>
                <a:srgbClr val="252B87"/>
              </a:solidFill>
              <a:latin typeface="Arial"/>
              <a:ea typeface="Arial"/>
              <a:cs typeface="Arial"/>
            </a:endParaRPr>
          </a:p>
          <a:p>
            <a:pPr marL="342900" indent="-342900">
              <a:spcAft>
                <a:spcPts val="26"/>
              </a:spcAft>
              <a:buFont typeface="Wingdings" panose="05000000000000000000" pitchFamily="2" charset="2"/>
              <a:buChar char="Ø"/>
              <a:defRPr sz="1950">
                <a:solidFill>
                  <a:srgbClr val="252B87"/>
                </a:solidFill>
                <a:latin typeface="Arial"/>
                <a:ea typeface="Arial"/>
                <a:cs typeface="Arial"/>
              </a:defRPr>
            </a:pPr>
            <a:r>
              <a:rPr sz="1800" dirty="0" err="1">
                <a:solidFill>
                  <a:srgbClr val="252B87"/>
                </a:solidFill>
                <a:latin typeface="Arial"/>
                <a:ea typeface="Arial"/>
                <a:cs typeface="Arial"/>
              </a:rPr>
              <a:t>Görgü</a:t>
            </a:r>
            <a:r>
              <a:rPr sz="1800" dirty="0">
                <a:solidFill>
                  <a:srgbClr val="252B87"/>
                </a:solidFill>
                <a:latin typeface="Arial"/>
                <a:ea typeface="Arial"/>
                <a:cs typeface="Arial"/>
              </a:rPr>
              <a:t> </a:t>
            </a:r>
            <a:r>
              <a:rPr sz="1800" dirty="0" err="1">
                <a:solidFill>
                  <a:srgbClr val="252B87"/>
                </a:solidFill>
                <a:latin typeface="Arial"/>
                <a:ea typeface="Arial"/>
                <a:cs typeface="Arial"/>
              </a:rPr>
              <a:t>kuralları</a:t>
            </a:r>
            <a:r>
              <a:rPr sz="1800" dirty="0">
                <a:solidFill>
                  <a:srgbClr val="252B87"/>
                </a:solidFill>
                <a:latin typeface="Arial"/>
                <a:ea typeface="Arial"/>
                <a:cs typeface="Arial"/>
              </a:rPr>
              <a:t>, </a:t>
            </a:r>
            <a:r>
              <a:rPr sz="1800" dirty="0" err="1">
                <a:solidFill>
                  <a:srgbClr val="252B87"/>
                </a:solidFill>
                <a:latin typeface="Arial"/>
                <a:ea typeface="Arial"/>
                <a:cs typeface="Arial"/>
              </a:rPr>
              <a:t>günlük</a:t>
            </a:r>
            <a:r>
              <a:rPr sz="1800" dirty="0">
                <a:solidFill>
                  <a:srgbClr val="252B87"/>
                </a:solidFill>
                <a:latin typeface="Arial"/>
                <a:ea typeface="Arial"/>
                <a:cs typeface="Arial"/>
              </a:rPr>
              <a:t> </a:t>
            </a:r>
            <a:r>
              <a:rPr sz="1800" dirty="0" err="1">
                <a:solidFill>
                  <a:srgbClr val="252B87"/>
                </a:solidFill>
                <a:latin typeface="Arial"/>
                <a:ea typeface="Arial"/>
                <a:cs typeface="Arial"/>
              </a:rPr>
              <a:t>etkileşimin</a:t>
            </a:r>
            <a:r>
              <a:rPr sz="1800" dirty="0">
                <a:solidFill>
                  <a:srgbClr val="252B87"/>
                </a:solidFill>
                <a:latin typeface="Arial"/>
                <a:ea typeface="Arial"/>
                <a:cs typeface="Arial"/>
              </a:rPr>
              <a:t> </a:t>
            </a:r>
            <a:r>
              <a:rPr sz="1800" dirty="0" err="1">
                <a:solidFill>
                  <a:srgbClr val="252B87"/>
                </a:solidFill>
                <a:latin typeface="Arial"/>
                <a:ea typeface="Arial"/>
                <a:cs typeface="Arial"/>
              </a:rPr>
              <a:t>nasıl</a:t>
            </a:r>
            <a:r>
              <a:rPr sz="1800" dirty="0">
                <a:solidFill>
                  <a:srgbClr val="252B87"/>
                </a:solidFill>
                <a:latin typeface="Arial"/>
                <a:ea typeface="Arial"/>
                <a:cs typeface="Arial"/>
              </a:rPr>
              <a:t> </a:t>
            </a:r>
            <a:r>
              <a:rPr sz="1800" dirty="0" err="1">
                <a:solidFill>
                  <a:srgbClr val="252B87"/>
                </a:solidFill>
                <a:latin typeface="Arial"/>
                <a:ea typeface="Arial"/>
                <a:cs typeface="Arial"/>
              </a:rPr>
              <a:t>yürütüleceğini</a:t>
            </a:r>
            <a:r>
              <a:rPr sz="1800" dirty="0">
                <a:solidFill>
                  <a:srgbClr val="252B87"/>
                </a:solidFill>
                <a:latin typeface="Arial"/>
                <a:ea typeface="Arial"/>
                <a:cs typeface="Arial"/>
              </a:rPr>
              <a:t> </a:t>
            </a:r>
            <a:r>
              <a:rPr sz="1800" dirty="0" err="1">
                <a:solidFill>
                  <a:srgbClr val="252B87"/>
                </a:solidFill>
                <a:latin typeface="Arial"/>
                <a:ea typeface="Arial"/>
                <a:cs typeface="Arial"/>
              </a:rPr>
              <a:t>düzenler</a:t>
            </a:r>
            <a:r>
              <a:rPr sz="180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800" dirty="0" err="1">
                <a:solidFill>
                  <a:srgbClr val="252B87"/>
                </a:solidFill>
                <a:latin typeface="Arial"/>
                <a:ea typeface="Arial"/>
                <a:cs typeface="Arial"/>
              </a:rPr>
              <a:t>Ahlaki</a:t>
            </a:r>
            <a:r>
              <a:rPr sz="1800" dirty="0">
                <a:solidFill>
                  <a:srgbClr val="252B87"/>
                </a:solidFill>
                <a:latin typeface="Arial"/>
                <a:ea typeface="Arial"/>
                <a:cs typeface="Arial"/>
              </a:rPr>
              <a:t> </a:t>
            </a:r>
            <a:r>
              <a:rPr sz="1800" dirty="0" err="1">
                <a:solidFill>
                  <a:srgbClr val="252B87"/>
                </a:solidFill>
                <a:latin typeface="Arial"/>
                <a:ea typeface="Arial"/>
                <a:cs typeface="Arial"/>
              </a:rPr>
              <a:t>normlar</a:t>
            </a:r>
            <a:r>
              <a:rPr sz="1800" dirty="0">
                <a:solidFill>
                  <a:srgbClr val="252B87"/>
                </a:solidFill>
                <a:latin typeface="Arial"/>
                <a:ea typeface="Arial"/>
                <a:cs typeface="Arial"/>
              </a:rPr>
              <a:t>, </a:t>
            </a:r>
            <a:r>
              <a:rPr sz="1800" dirty="0" err="1">
                <a:solidFill>
                  <a:srgbClr val="252B87"/>
                </a:solidFill>
                <a:latin typeface="Arial"/>
                <a:ea typeface="Arial"/>
                <a:cs typeface="Arial"/>
              </a:rPr>
              <a:t>grubun</a:t>
            </a:r>
            <a:r>
              <a:rPr sz="1800" dirty="0">
                <a:solidFill>
                  <a:srgbClr val="252B87"/>
                </a:solidFill>
                <a:latin typeface="Arial"/>
                <a:ea typeface="Arial"/>
                <a:cs typeface="Arial"/>
              </a:rPr>
              <a:t> </a:t>
            </a:r>
            <a:r>
              <a:rPr sz="1800" dirty="0" err="1">
                <a:solidFill>
                  <a:srgbClr val="252B87"/>
                </a:solidFill>
                <a:latin typeface="Arial"/>
                <a:ea typeface="Arial"/>
                <a:cs typeface="Arial"/>
              </a:rPr>
              <a:t>doğru</a:t>
            </a:r>
            <a:r>
              <a:rPr sz="1800" dirty="0">
                <a:solidFill>
                  <a:srgbClr val="252B87"/>
                </a:solidFill>
                <a:latin typeface="Arial"/>
                <a:ea typeface="Arial"/>
                <a:cs typeface="Arial"/>
              </a:rPr>
              <a:t> </a:t>
            </a:r>
            <a:r>
              <a:rPr sz="1800" dirty="0" err="1">
                <a:solidFill>
                  <a:srgbClr val="252B87"/>
                </a:solidFill>
                <a:latin typeface="Arial"/>
                <a:ea typeface="Arial"/>
                <a:cs typeface="Arial"/>
              </a:rPr>
              <a:t>ve</a:t>
            </a:r>
            <a:r>
              <a:rPr sz="1800" dirty="0">
                <a:solidFill>
                  <a:srgbClr val="252B87"/>
                </a:solidFill>
                <a:latin typeface="Arial"/>
                <a:ea typeface="Arial"/>
                <a:cs typeface="Arial"/>
              </a:rPr>
              <a:t> </a:t>
            </a:r>
            <a:r>
              <a:rPr sz="1800" dirty="0" err="1">
                <a:solidFill>
                  <a:srgbClr val="252B87"/>
                </a:solidFill>
                <a:latin typeface="Arial"/>
                <a:ea typeface="Arial"/>
                <a:cs typeface="Arial"/>
              </a:rPr>
              <a:t>yanlış</a:t>
            </a:r>
            <a:r>
              <a:rPr sz="1800" dirty="0">
                <a:solidFill>
                  <a:srgbClr val="252B87"/>
                </a:solidFill>
                <a:latin typeface="Arial"/>
                <a:ea typeface="Arial"/>
                <a:cs typeface="Arial"/>
              </a:rPr>
              <a:t> </a:t>
            </a:r>
            <a:r>
              <a:rPr sz="1800" dirty="0" err="1">
                <a:solidFill>
                  <a:srgbClr val="252B87"/>
                </a:solidFill>
                <a:latin typeface="Arial"/>
                <a:ea typeface="Arial"/>
                <a:cs typeface="Arial"/>
              </a:rPr>
              <a:t>anlayışıyla</a:t>
            </a:r>
            <a:r>
              <a:rPr sz="1800" dirty="0">
                <a:solidFill>
                  <a:srgbClr val="252B87"/>
                </a:solidFill>
                <a:latin typeface="Arial"/>
                <a:ea typeface="Arial"/>
                <a:cs typeface="Arial"/>
              </a:rPr>
              <a:t> </a:t>
            </a:r>
            <a:r>
              <a:rPr sz="1800" dirty="0" err="1">
                <a:solidFill>
                  <a:srgbClr val="252B87"/>
                </a:solidFill>
                <a:latin typeface="Arial"/>
                <a:ea typeface="Arial"/>
                <a:cs typeface="Arial"/>
              </a:rPr>
              <a:t>daha</a:t>
            </a:r>
            <a:r>
              <a:rPr sz="1800" dirty="0">
                <a:solidFill>
                  <a:srgbClr val="252B87"/>
                </a:solidFill>
                <a:latin typeface="Arial"/>
                <a:ea typeface="Arial"/>
                <a:cs typeface="Arial"/>
              </a:rPr>
              <a:t> </a:t>
            </a:r>
            <a:r>
              <a:rPr sz="1800" dirty="0" err="1">
                <a:solidFill>
                  <a:srgbClr val="252B87"/>
                </a:solidFill>
                <a:latin typeface="Arial"/>
                <a:ea typeface="Arial"/>
                <a:cs typeface="Arial"/>
              </a:rPr>
              <a:t>güçlü</a:t>
            </a:r>
            <a:r>
              <a:rPr sz="1800" dirty="0">
                <a:solidFill>
                  <a:srgbClr val="252B87"/>
                </a:solidFill>
                <a:latin typeface="Arial"/>
                <a:ea typeface="Arial"/>
                <a:cs typeface="Arial"/>
              </a:rPr>
              <a:t> </a:t>
            </a:r>
            <a:r>
              <a:rPr sz="1800" dirty="0" err="1">
                <a:solidFill>
                  <a:srgbClr val="252B87"/>
                </a:solidFill>
                <a:latin typeface="Arial"/>
                <a:ea typeface="Arial"/>
                <a:cs typeface="Arial"/>
              </a:rPr>
              <a:t>ilişkilidir</a:t>
            </a:r>
            <a:r>
              <a:rPr sz="180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800" dirty="0" err="1">
                <a:solidFill>
                  <a:srgbClr val="252B87"/>
                </a:solidFill>
                <a:latin typeface="Arial"/>
                <a:ea typeface="Arial"/>
                <a:cs typeface="Arial"/>
              </a:rPr>
              <a:t>Selamlaşma</a:t>
            </a:r>
            <a:r>
              <a:rPr sz="1800" dirty="0">
                <a:solidFill>
                  <a:srgbClr val="252B87"/>
                </a:solidFill>
                <a:latin typeface="Arial"/>
                <a:ea typeface="Arial"/>
                <a:cs typeface="Arial"/>
              </a:rPr>
              <a:t> </a:t>
            </a:r>
            <a:r>
              <a:rPr sz="1800" dirty="0" err="1">
                <a:solidFill>
                  <a:srgbClr val="252B87"/>
                </a:solidFill>
                <a:latin typeface="Arial"/>
                <a:ea typeface="Arial"/>
                <a:cs typeface="Arial"/>
              </a:rPr>
              <a:t>biçimi</a:t>
            </a:r>
            <a:r>
              <a:rPr sz="1800" dirty="0">
                <a:solidFill>
                  <a:srgbClr val="252B87"/>
                </a:solidFill>
                <a:latin typeface="Arial"/>
                <a:ea typeface="Arial"/>
                <a:cs typeface="Arial"/>
              </a:rPr>
              <a:t> </a:t>
            </a:r>
            <a:r>
              <a:rPr sz="1800" dirty="0" err="1">
                <a:solidFill>
                  <a:srgbClr val="252B87"/>
                </a:solidFill>
                <a:latin typeface="Arial"/>
                <a:ea typeface="Arial"/>
                <a:cs typeface="Arial"/>
              </a:rPr>
              <a:t>ile</a:t>
            </a:r>
            <a:r>
              <a:rPr sz="1800" dirty="0">
                <a:solidFill>
                  <a:srgbClr val="252B87"/>
                </a:solidFill>
                <a:latin typeface="Arial"/>
                <a:ea typeface="Arial"/>
                <a:cs typeface="Arial"/>
              </a:rPr>
              <a:t> </a:t>
            </a:r>
            <a:r>
              <a:rPr sz="1800" dirty="0" err="1">
                <a:solidFill>
                  <a:srgbClr val="252B87"/>
                </a:solidFill>
                <a:latin typeface="Arial"/>
                <a:ea typeface="Arial"/>
                <a:cs typeface="Arial"/>
              </a:rPr>
              <a:t>başkasını</a:t>
            </a:r>
            <a:r>
              <a:rPr sz="1800" dirty="0">
                <a:solidFill>
                  <a:srgbClr val="252B87"/>
                </a:solidFill>
                <a:latin typeface="Arial"/>
                <a:ea typeface="Arial"/>
                <a:cs typeface="Arial"/>
              </a:rPr>
              <a:t> </a:t>
            </a:r>
            <a:r>
              <a:rPr sz="1800" dirty="0" err="1">
                <a:solidFill>
                  <a:srgbClr val="252B87"/>
                </a:solidFill>
                <a:latin typeface="Arial"/>
                <a:ea typeface="Arial"/>
                <a:cs typeface="Arial"/>
              </a:rPr>
              <a:t>aldatmama</a:t>
            </a:r>
            <a:r>
              <a:rPr sz="1800" dirty="0">
                <a:solidFill>
                  <a:srgbClr val="252B87"/>
                </a:solidFill>
                <a:latin typeface="Arial"/>
                <a:ea typeface="Arial"/>
                <a:cs typeface="Arial"/>
              </a:rPr>
              <a:t> </a:t>
            </a:r>
            <a:r>
              <a:rPr sz="1800" dirty="0" err="1">
                <a:solidFill>
                  <a:srgbClr val="252B87"/>
                </a:solidFill>
                <a:latin typeface="Arial"/>
                <a:ea typeface="Arial"/>
                <a:cs typeface="Arial"/>
              </a:rPr>
              <a:t>beklentisi</a:t>
            </a:r>
            <a:r>
              <a:rPr sz="1800" dirty="0">
                <a:solidFill>
                  <a:srgbClr val="252B87"/>
                </a:solidFill>
                <a:latin typeface="Arial"/>
                <a:ea typeface="Arial"/>
                <a:cs typeface="Arial"/>
              </a:rPr>
              <a:t> </a:t>
            </a:r>
            <a:r>
              <a:rPr sz="1800" dirty="0" err="1">
                <a:solidFill>
                  <a:srgbClr val="252B87"/>
                </a:solidFill>
                <a:latin typeface="Arial"/>
                <a:ea typeface="Arial"/>
                <a:cs typeface="Arial"/>
              </a:rPr>
              <a:t>aynı</a:t>
            </a:r>
            <a:r>
              <a:rPr sz="1800" dirty="0">
                <a:solidFill>
                  <a:srgbClr val="252B87"/>
                </a:solidFill>
                <a:latin typeface="Arial"/>
                <a:ea typeface="Arial"/>
                <a:cs typeface="Arial"/>
              </a:rPr>
              <a:t> </a:t>
            </a:r>
            <a:r>
              <a:rPr sz="1800" dirty="0" err="1">
                <a:solidFill>
                  <a:srgbClr val="252B87"/>
                </a:solidFill>
                <a:latin typeface="Arial"/>
                <a:ea typeface="Arial"/>
                <a:cs typeface="Arial"/>
              </a:rPr>
              <a:t>ağırlıkta</a:t>
            </a:r>
            <a:r>
              <a:rPr sz="1800" dirty="0">
                <a:solidFill>
                  <a:srgbClr val="252B87"/>
                </a:solidFill>
                <a:latin typeface="Arial"/>
                <a:ea typeface="Arial"/>
                <a:cs typeface="Arial"/>
              </a:rPr>
              <a:t> </a:t>
            </a:r>
            <a:r>
              <a:rPr sz="1800" dirty="0" err="1">
                <a:solidFill>
                  <a:srgbClr val="252B87"/>
                </a:solidFill>
                <a:latin typeface="Arial"/>
                <a:ea typeface="Arial"/>
                <a:cs typeface="Arial"/>
              </a:rPr>
              <a:t>görülmeyebilir</a:t>
            </a:r>
            <a:r>
              <a:rPr sz="180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endParaRPr lang="tr-TR" sz="1800"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endParaRPr sz="1950" dirty="0">
              <a:solidFill>
                <a:srgbClr val="252B87"/>
              </a:solidFill>
              <a:latin typeface="Arial"/>
              <a:ea typeface="Arial"/>
              <a:cs typeface="Arial"/>
            </a:endParaRP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0BB18BA8-60F4-C50D-CD9B-1BB87D3E8506}" type="slidenum">
              <a:rPr/>
              <a:t>24</a:t>
            </a:fld>
            <a:endParaRPr/>
          </a:p>
        </p:txBody>
      </p:sp>
    </p:spTree>
    <p:extLst>
      <p:ext uri="{BB962C8B-B14F-4D97-AF65-F5344CB8AC3E}">
        <p14:creationId xmlns:p14="http://schemas.microsoft.com/office/powerpoint/2010/main" val="3209211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2FD764-302E-BE5A-ACB0-D3D00D858EB8}"/>
              </a:ext>
            </a:extLst>
          </p:cNvPr>
          <p:cNvSpPr>
            <a:spLocks noGrp="1"/>
          </p:cNvSpPr>
          <p:nvPr>
            <p:ph idx="1"/>
          </p:nvPr>
        </p:nvSpPr>
        <p:spPr>
          <a:xfrm>
            <a:off x="487680" y="281940"/>
            <a:ext cx="7010400" cy="5760044"/>
          </a:xfrm>
        </p:spPr>
        <p:txBody>
          <a:bodyPr>
            <a:normAutofit fontScale="77500" lnSpcReduction="20000"/>
          </a:bodyPr>
          <a:lstStyle/>
          <a:p>
            <a:pPr>
              <a:spcAft>
                <a:spcPts val="26"/>
              </a:spcAft>
              <a:defRPr sz="1950">
                <a:solidFill>
                  <a:srgbClr val="252B87"/>
                </a:solidFill>
                <a:latin typeface="Arial"/>
                <a:ea typeface="Arial"/>
                <a:cs typeface="Arial"/>
              </a:defRPr>
            </a:pPr>
            <a:r>
              <a:rPr lang="en-US" dirty="0">
                <a:solidFill>
                  <a:srgbClr val="252B87"/>
                </a:solidFill>
                <a:latin typeface="Arial"/>
                <a:ea typeface="Arial"/>
                <a:cs typeface="Arial"/>
              </a:rPr>
              <a:t>Norma </a:t>
            </a:r>
            <a:r>
              <a:rPr lang="en-US" dirty="0" err="1">
                <a:solidFill>
                  <a:srgbClr val="252B87"/>
                </a:solidFill>
                <a:latin typeface="Arial"/>
                <a:ea typeface="Arial"/>
                <a:cs typeface="Arial"/>
              </a:rPr>
              <a:t>verilen</a:t>
            </a:r>
            <a:r>
              <a:rPr lang="en-US" dirty="0">
                <a:solidFill>
                  <a:srgbClr val="252B87"/>
                </a:solidFill>
                <a:latin typeface="Arial"/>
                <a:ea typeface="Arial"/>
                <a:cs typeface="Arial"/>
              </a:rPr>
              <a:t> </a:t>
            </a:r>
            <a:r>
              <a:rPr lang="en-US" dirty="0" err="1">
                <a:solidFill>
                  <a:srgbClr val="252B87"/>
                </a:solidFill>
                <a:latin typeface="Arial"/>
                <a:ea typeface="Arial"/>
                <a:cs typeface="Arial"/>
              </a:rPr>
              <a:t>önem</a:t>
            </a:r>
            <a:r>
              <a:rPr lang="en-US" dirty="0">
                <a:solidFill>
                  <a:srgbClr val="252B87"/>
                </a:solidFill>
                <a:latin typeface="Arial"/>
                <a:ea typeface="Arial"/>
                <a:cs typeface="Arial"/>
              </a:rPr>
              <a:t> </a:t>
            </a:r>
            <a:r>
              <a:rPr lang="en-US" dirty="0" err="1">
                <a:solidFill>
                  <a:srgbClr val="252B87"/>
                </a:solidFill>
                <a:latin typeface="Arial"/>
                <a:ea typeface="Arial"/>
                <a:cs typeface="Arial"/>
              </a:rPr>
              <a:t>ve</a:t>
            </a:r>
            <a:r>
              <a:rPr lang="en-US" dirty="0">
                <a:solidFill>
                  <a:srgbClr val="252B87"/>
                </a:solidFill>
                <a:latin typeface="Arial"/>
                <a:ea typeface="Arial"/>
                <a:cs typeface="Arial"/>
              </a:rPr>
              <a:t> </a:t>
            </a:r>
            <a:r>
              <a:rPr lang="en-US" dirty="0" err="1">
                <a:solidFill>
                  <a:srgbClr val="252B87"/>
                </a:solidFill>
                <a:latin typeface="Arial"/>
                <a:ea typeface="Arial"/>
                <a:cs typeface="Arial"/>
              </a:rPr>
              <a:t>gösterilen</a:t>
            </a:r>
            <a:r>
              <a:rPr lang="en-US" dirty="0">
                <a:solidFill>
                  <a:srgbClr val="252B87"/>
                </a:solidFill>
                <a:latin typeface="Arial"/>
                <a:ea typeface="Arial"/>
                <a:cs typeface="Arial"/>
              </a:rPr>
              <a:t> </a:t>
            </a:r>
            <a:r>
              <a:rPr lang="en-US" dirty="0" err="1">
                <a:solidFill>
                  <a:srgbClr val="252B87"/>
                </a:solidFill>
                <a:latin typeface="Arial"/>
                <a:ea typeface="Arial"/>
                <a:cs typeface="Arial"/>
              </a:rPr>
              <a:t>tepki</a:t>
            </a:r>
            <a:r>
              <a:rPr lang="en-US" dirty="0">
                <a:solidFill>
                  <a:srgbClr val="252B87"/>
                </a:solidFill>
                <a:latin typeface="Arial"/>
                <a:ea typeface="Arial"/>
                <a:cs typeface="Arial"/>
              </a:rPr>
              <a:t>, </a:t>
            </a:r>
            <a:r>
              <a:rPr lang="en-US" dirty="0" err="1">
                <a:solidFill>
                  <a:srgbClr val="252B87"/>
                </a:solidFill>
                <a:latin typeface="Arial"/>
                <a:ea typeface="Arial"/>
                <a:cs typeface="Arial"/>
              </a:rPr>
              <a:t>toplumsal</a:t>
            </a:r>
            <a:r>
              <a:rPr lang="en-US" dirty="0">
                <a:solidFill>
                  <a:srgbClr val="252B87"/>
                </a:solidFill>
                <a:latin typeface="Arial"/>
                <a:ea typeface="Arial"/>
                <a:cs typeface="Arial"/>
              </a:rPr>
              <a:t> </a:t>
            </a:r>
            <a:r>
              <a:rPr lang="en-US" dirty="0" err="1">
                <a:solidFill>
                  <a:srgbClr val="252B87"/>
                </a:solidFill>
                <a:latin typeface="Arial"/>
                <a:ea typeface="Arial"/>
                <a:cs typeface="Arial"/>
              </a:rPr>
              <a:t>bağlama</a:t>
            </a:r>
            <a:r>
              <a:rPr lang="en-US" dirty="0">
                <a:solidFill>
                  <a:srgbClr val="252B87"/>
                </a:solidFill>
                <a:latin typeface="Arial"/>
                <a:ea typeface="Arial"/>
                <a:cs typeface="Arial"/>
              </a:rPr>
              <a:t> </a:t>
            </a:r>
            <a:r>
              <a:rPr lang="en-US" dirty="0" err="1">
                <a:solidFill>
                  <a:srgbClr val="252B87"/>
                </a:solidFill>
                <a:latin typeface="Arial"/>
                <a:ea typeface="Arial"/>
                <a:cs typeface="Arial"/>
              </a:rPr>
              <a:t>göre</a:t>
            </a:r>
            <a:r>
              <a:rPr lang="en-US" dirty="0">
                <a:solidFill>
                  <a:srgbClr val="252B87"/>
                </a:solidFill>
                <a:latin typeface="Arial"/>
                <a:ea typeface="Arial"/>
                <a:cs typeface="Arial"/>
              </a:rPr>
              <a:t> </a:t>
            </a:r>
            <a:r>
              <a:rPr lang="en-US" dirty="0" err="1">
                <a:solidFill>
                  <a:srgbClr val="252B87"/>
                </a:solidFill>
                <a:latin typeface="Arial"/>
                <a:ea typeface="Arial"/>
                <a:cs typeface="Arial"/>
              </a:rPr>
              <a:t>değişir</a:t>
            </a:r>
            <a:r>
              <a:rPr lang="en-US" dirty="0">
                <a:solidFill>
                  <a:srgbClr val="252B87"/>
                </a:solidFill>
                <a:latin typeface="Arial"/>
                <a:ea typeface="Arial"/>
                <a:cs typeface="Arial"/>
              </a:rPr>
              <a:t>.</a:t>
            </a:r>
          </a:p>
          <a:p>
            <a:endParaRPr lang="en-US" dirty="0"/>
          </a:p>
          <a:p>
            <a:pPr marL="342900" indent="-342900">
              <a:buFont typeface="Wingdings" panose="05000000000000000000" pitchFamily="2" charset="2"/>
              <a:buChar char="Ø"/>
            </a:pPr>
            <a:r>
              <a:rPr lang="en-US" dirty="0"/>
              <a:t>Yani </a:t>
            </a:r>
            <a:r>
              <a:rPr lang="en-US" dirty="0" err="1"/>
              <a:t>burda</a:t>
            </a:r>
            <a:r>
              <a:rPr lang="en-US" dirty="0"/>
              <a:t> </a:t>
            </a:r>
            <a:r>
              <a:rPr lang="en-US" dirty="0" err="1"/>
              <a:t>demek</a:t>
            </a:r>
            <a:r>
              <a:rPr lang="en-US" dirty="0"/>
              <a:t> </a:t>
            </a:r>
            <a:r>
              <a:rPr lang="en-US" dirty="0" err="1"/>
              <a:t>istenen</a:t>
            </a:r>
            <a:r>
              <a:rPr lang="en-US" dirty="0"/>
              <a:t>; </a:t>
            </a:r>
            <a:r>
              <a:rPr lang="en-US" b="1" dirty="0"/>
              <a:t>Bir </a:t>
            </a:r>
            <a:r>
              <a:rPr lang="en-US" b="1" dirty="0" err="1"/>
              <a:t>kurala</a:t>
            </a:r>
            <a:r>
              <a:rPr lang="en-US" b="1" dirty="0"/>
              <a:t> ne </a:t>
            </a:r>
            <a:r>
              <a:rPr lang="en-US" b="1" dirty="0" err="1"/>
              <a:t>kadar</a:t>
            </a:r>
            <a:r>
              <a:rPr lang="en-US" b="1" dirty="0"/>
              <a:t> </a:t>
            </a:r>
            <a:r>
              <a:rPr lang="en-US" b="1" dirty="0" err="1"/>
              <a:t>önem</a:t>
            </a:r>
            <a:r>
              <a:rPr lang="en-US" b="1" dirty="0"/>
              <a:t> </a:t>
            </a:r>
            <a:r>
              <a:rPr lang="en-US" b="1" dirty="0" err="1"/>
              <a:t>verildiği</a:t>
            </a:r>
            <a:r>
              <a:rPr lang="en-US" b="1" dirty="0"/>
              <a:t> </a:t>
            </a:r>
            <a:r>
              <a:rPr lang="en-US" b="1" dirty="0" err="1"/>
              <a:t>ve</a:t>
            </a:r>
            <a:r>
              <a:rPr lang="en-US" b="1" dirty="0"/>
              <a:t> o </a:t>
            </a:r>
            <a:r>
              <a:rPr lang="en-US" b="1" dirty="0" err="1"/>
              <a:t>kurala</a:t>
            </a:r>
            <a:r>
              <a:rPr lang="en-US" b="1" dirty="0"/>
              <a:t> </a:t>
            </a:r>
            <a:r>
              <a:rPr lang="en-US" b="1" dirty="0" err="1"/>
              <a:t>uyulmadığında</a:t>
            </a:r>
            <a:r>
              <a:rPr lang="en-US" b="1" dirty="0"/>
              <a:t> </a:t>
            </a:r>
            <a:r>
              <a:rPr lang="en-US" b="1" dirty="0" err="1"/>
              <a:t>insanların</a:t>
            </a:r>
            <a:r>
              <a:rPr lang="en-US" b="1" dirty="0"/>
              <a:t> </a:t>
            </a:r>
            <a:r>
              <a:rPr lang="en-US" b="1" dirty="0" err="1"/>
              <a:t>nasıl</a:t>
            </a:r>
            <a:r>
              <a:rPr lang="en-US" b="1" dirty="0"/>
              <a:t> </a:t>
            </a:r>
            <a:r>
              <a:rPr lang="en-US" b="1" dirty="0" err="1"/>
              <a:t>tepki</a:t>
            </a:r>
            <a:r>
              <a:rPr lang="en-US" b="1" dirty="0"/>
              <a:t> </a:t>
            </a:r>
            <a:r>
              <a:rPr lang="en-US" b="1" dirty="0" err="1"/>
              <a:t>gösterdiği</a:t>
            </a:r>
            <a:r>
              <a:rPr lang="en-US" b="1" dirty="0"/>
              <a:t>; </a:t>
            </a:r>
            <a:r>
              <a:rPr lang="en-US" b="1" dirty="0" err="1"/>
              <a:t>bulunulan</a:t>
            </a:r>
            <a:r>
              <a:rPr lang="en-US" b="1" dirty="0"/>
              <a:t> </a:t>
            </a:r>
            <a:r>
              <a:rPr lang="en-US" b="1" dirty="0" err="1"/>
              <a:t>ortama</a:t>
            </a:r>
            <a:r>
              <a:rPr lang="en-US" b="1" dirty="0"/>
              <a:t>, </a:t>
            </a:r>
            <a:r>
              <a:rPr lang="en-US" b="1" dirty="0" err="1"/>
              <a:t>kültüre</a:t>
            </a:r>
            <a:r>
              <a:rPr lang="en-US" b="1" dirty="0"/>
              <a:t> </a:t>
            </a:r>
            <a:r>
              <a:rPr lang="en-US" b="1" dirty="0" err="1"/>
              <a:t>ve</a:t>
            </a:r>
            <a:r>
              <a:rPr lang="en-US" b="1" dirty="0"/>
              <a:t> </a:t>
            </a:r>
            <a:r>
              <a:rPr lang="en-US" b="1" dirty="0" err="1"/>
              <a:t>duruma</a:t>
            </a:r>
            <a:r>
              <a:rPr lang="en-US" b="1" dirty="0"/>
              <a:t> </a:t>
            </a:r>
            <a:r>
              <a:rPr lang="en-US" b="1" dirty="0" err="1"/>
              <a:t>göre</a:t>
            </a:r>
            <a:r>
              <a:rPr lang="en-US" b="1" dirty="0"/>
              <a:t> </a:t>
            </a:r>
            <a:r>
              <a:rPr lang="en-US" b="1" dirty="0" err="1"/>
              <a:t>değişir</a:t>
            </a:r>
            <a:r>
              <a:rPr lang="en-US" b="1" dirty="0"/>
              <a:t>.</a:t>
            </a:r>
            <a:endParaRPr lang="en-US" dirty="0"/>
          </a:p>
          <a:p>
            <a:pPr marL="342900" indent="-342900">
              <a:buFont typeface="Wingdings" panose="05000000000000000000" pitchFamily="2" charset="2"/>
              <a:buChar char="Ø"/>
            </a:pPr>
            <a:r>
              <a:rPr lang="en-US" dirty="0" err="1"/>
              <a:t>Örneğin</a:t>
            </a:r>
            <a:r>
              <a:rPr lang="en-US" dirty="0"/>
              <a:t> </a:t>
            </a:r>
            <a:r>
              <a:rPr lang="en-US" b="1" dirty="0" err="1"/>
              <a:t>yüksek</a:t>
            </a:r>
            <a:r>
              <a:rPr lang="en-US" b="1" dirty="0"/>
              <a:t> </a:t>
            </a:r>
            <a:r>
              <a:rPr lang="en-US" b="1" dirty="0" err="1"/>
              <a:t>sesle</a:t>
            </a:r>
            <a:r>
              <a:rPr lang="en-US" b="1" dirty="0"/>
              <a:t> </a:t>
            </a:r>
            <a:r>
              <a:rPr lang="en-US" b="1" dirty="0" err="1"/>
              <a:t>konuşmayı</a:t>
            </a:r>
            <a:r>
              <a:rPr lang="en-US" dirty="0"/>
              <a:t> </a:t>
            </a:r>
            <a:r>
              <a:rPr lang="en-US" dirty="0" err="1"/>
              <a:t>düşünelim</a:t>
            </a:r>
            <a:r>
              <a:rPr lang="en-US" dirty="0"/>
              <a:t>:</a:t>
            </a:r>
          </a:p>
          <a:p>
            <a:endParaRPr lang="en-US" b="1" dirty="0"/>
          </a:p>
          <a:p>
            <a:r>
              <a:rPr lang="en-US" b="1" dirty="0" err="1"/>
              <a:t>Kütüphanede</a:t>
            </a:r>
            <a:r>
              <a:rPr lang="en-US" b="1" dirty="0"/>
              <a:t>:</a:t>
            </a:r>
            <a:r>
              <a:rPr lang="en-US" dirty="0"/>
              <a:t> </a:t>
            </a:r>
            <a:r>
              <a:rPr lang="en-US" dirty="0" err="1"/>
              <a:t>Sessizlik</a:t>
            </a:r>
            <a:r>
              <a:rPr lang="en-US" dirty="0"/>
              <a:t> </a:t>
            </a:r>
            <a:r>
              <a:rPr lang="en-US" dirty="0" err="1"/>
              <a:t>beklendiği</a:t>
            </a:r>
            <a:r>
              <a:rPr lang="en-US" dirty="0"/>
              <a:t> </a:t>
            </a:r>
            <a:r>
              <a:rPr lang="en-US" dirty="0" err="1"/>
              <a:t>için</a:t>
            </a:r>
            <a:r>
              <a:rPr lang="en-US" dirty="0"/>
              <a:t> </a:t>
            </a:r>
            <a:r>
              <a:rPr lang="en-US" dirty="0" err="1"/>
              <a:t>yüksek</a:t>
            </a:r>
            <a:r>
              <a:rPr lang="en-US" dirty="0"/>
              <a:t> </a:t>
            </a:r>
            <a:r>
              <a:rPr lang="en-US" dirty="0" err="1"/>
              <a:t>sesle</a:t>
            </a:r>
            <a:r>
              <a:rPr lang="en-US" dirty="0"/>
              <a:t> </a:t>
            </a:r>
            <a:r>
              <a:rPr lang="en-US" dirty="0" err="1"/>
              <a:t>konuşan</a:t>
            </a:r>
            <a:r>
              <a:rPr lang="en-US" dirty="0"/>
              <a:t> </a:t>
            </a:r>
            <a:r>
              <a:rPr lang="en-US" dirty="0" err="1"/>
              <a:t>kişi</a:t>
            </a:r>
            <a:r>
              <a:rPr lang="en-US" dirty="0"/>
              <a:t> </a:t>
            </a:r>
            <a:r>
              <a:rPr lang="en-US" dirty="0" err="1"/>
              <a:t>uyarılır</a:t>
            </a:r>
            <a:r>
              <a:rPr lang="en-US" dirty="0"/>
              <a:t>.</a:t>
            </a:r>
          </a:p>
          <a:p>
            <a:r>
              <a:rPr lang="en-US" b="1" dirty="0" err="1"/>
              <a:t>Futbol</a:t>
            </a:r>
            <a:r>
              <a:rPr lang="en-US" b="1" dirty="0"/>
              <a:t> </a:t>
            </a:r>
            <a:r>
              <a:rPr lang="en-US" b="1" dirty="0" err="1"/>
              <a:t>maçında</a:t>
            </a:r>
            <a:r>
              <a:rPr lang="en-US" b="1" dirty="0"/>
              <a:t>:</a:t>
            </a:r>
            <a:r>
              <a:rPr lang="en-US" dirty="0"/>
              <a:t> Yüksek </a:t>
            </a:r>
            <a:r>
              <a:rPr lang="en-US" dirty="0" err="1"/>
              <a:t>sesle</a:t>
            </a:r>
            <a:r>
              <a:rPr lang="en-US" dirty="0"/>
              <a:t> </a:t>
            </a:r>
            <a:r>
              <a:rPr lang="en-US" dirty="0" err="1"/>
              <a:t>konuşmak</a:t>
            </a:r>
            <a:r>
              <a:rPr lang="en-US" dirty="0"/>
              <a:t> </a:t>
            </a:r>
            <a:r>
              <a:rPr lang="en-US" dirty="0" err="1"/>
              <a:t>ve</a:t>
            </a:r>
            <a:r>
              <a:rPr lang="en-US" dirty="0"/>
              <a:t> </a:t>
            </a:r>
            <a:r>
              <a:rPr lang="en-US" dirty="0" err="1"/>
              <a:t>bağırmak</a:t>
            </a:r>
            <a:r>
              <a:rPr lang="en-US" dirty="0"/>
              <a:t> </a:t>
            </a:r>
            <a:r>
              <a:rPr lang="en-US" dirty="0" err="1"/>
              <a:t>olağan</a:t>
            </a:r>
            <a:r>
              <a:rPr lang="en-US" dirty="0"/>
              <a:t> </a:t>
            </a:r>
            <a:r>
              <a:rPr lang="en-US" dirty="0" err="1"/>
              <a:t>karşılanır</a:t>
            </a:r>
            <a:r>
              <a:rPr lang="en-US" dirty="0"/>
              <a:t>.</a:t>
            </a:r>
          </a:p>
          <a:p>
            <a:r>
              <a:rPr lang="en-US" dirty="0"/>
              <a:t>Yani </a:t>
            </a:r>
            <a:r>
              <a:rPr lang="en-US" b="1" dirty="0" err="1"/>
              <a:t>aynı</a:t>
            </a:r>
            <a:r>
              <a:rPr lang="en-US" b="1" dirty="0"/>
              <a:t> </a:t>
            </a:r>
            <a:r>
              <a:rPr lang="en-US" b="1" dirty="0" err="1"/>
              <a:t>davranış</a:t>
            </a:r>
            <a:r>
              <a:rPr lang="en-US" b="1" dirty="0"/>
              <a:t> </a:t>
            </a:r>
            <a:r>
              <a:rPr lang="en-US" b="1" dirty="0" err="1"/>
              <a:t>bir</a:t>
            </a:r>
            <a:r>
              <a:rPr lang="en-US" b="1" dirty="0"/>
              <a:t> </a:t>
            </a:r>
            <a:r>
              <a:rPr lang="en-US" b="1" dirty="0" err="1"/>
              <a:t>ortamda</a:t>
            </a:r>
            <a:r>
              <a:rPr lang="en-US" b="1" dirty="0"/>
              <a:t> </a:t>
            </a:r>
            <a:r>
              <a:rPr lang="en-US" b="1" dirty="0" err="1"/>
              <a:t>kurala</a:t>
            </a:r>
            <a:r>
              <a:rPr lang="en-US" b="1" dirty="0"/>
              <a:t> </a:t>
            </a:r>
            <a:r>
              <a:rPr lang="en-US" b="1" dirty="0" err="1"/>
              <a:t>aykırı</a:t>
            </a:r>
            <a:r>
              <a:rPr lang="en-US" b="1" dirty="0"/>
              <a:t> </a:t>
            </a:r>
            <a:r>
              <a:rPr lang="en-US" b="1" dirty="0" err="1"/>
              <a:t>görülürken</a:t>
            </a:r>
            <a:r>
              <a:rPr lang="en-US" b="1" dirty="0"/>
              <a:t> </a:t>
            </a:r>
            <a:r>
              <a:rPr lang="en-US" b="1" dirty="0" err="1"/>
              <a:t>başka</a:t>
            </a:r>
            <a:r>
              <a:rPr lang="en-US" b="1" dirty="0"/>
              <a:t> </a:t>
            </a:r>
            <a:r>
              <a:rPr lang="en-US" b="1" dirty="0" err="1"/>
              <a:t>bir</a:t>
            </a:r>
            <a:r>
              <a:rPr lang="en-US" b="1" dirty="0"/>
              <a:t> </a:t>
            </a:r>
            <a:r>
              <a:rPr lang="en-US" b="1" dirty="0" err="1"/>
              <a:t>ortamda</a:t>
            </a:r>
            <a:r>
              <a:rPr lang="en-US" b="1" dirty="0"/>
              <a:t> normal </a:t>
            </a:r>
            <a:r>
              <a:rPr lang="en-US" b="1" dirty="0" err="1"/>
              <a:t>kabul</a:t>
            </a:r>
            <a:r>
              <a:rPr lang="en-US" b="1" dirty="0"/>
              <a:t> </a:t>
            </a:r>
            <a:r>
              <a:rPr lang="en-US" b="1" dirty="0" err="1"/>
              <a:t>edilebilir</a:t>
            </a:r>
            <a:r>
              <a:rPr lang="en-US" b="1" dirty="0"/>
              <a:t>.</a:t>
            </a:r>
            <a:r>
              <a:rPr lang="en-US" dirty="0"/>
              <a:t> </a:t>
            </a:r>
            <a:r>
              <a:rPr lang="en-US" dirty="0" err="1"/>
              <a:t>Buradaki</a:t>
            </a:r>
            <a:r>
              <a:rPr lang="en-US" dirty="0"/>
              <a:t> “</a:t>
            </a:r>
            <a:r>
              <a:rPr lang="en-US" dirty="0" err="1"/>
              <a:t>toplumsal</a:t>
            </a:r>
            <a:r>
              <a:rPr lang="en-US" dirty="0"/>
              <a:t> </a:t>
            </a:r>
            <a:r>
              <a:rPr lang="en-US" dirty="0" err="1"/>
              <a:t>bağlam</a:t>
            </a:r>
            <a:r>
              <a:rPr lang="en-US" dirty="0"/>
              <a:t>”, </a:t>
            </a:r>
            <a:r>
              <a:rPr lang="en-US" dirty="0" err="1"/>
              <a:t>davranışın</a:t>
            </a:r>
            <a:r>
              <a:rPr lang="en-US" dirty="0"/>
              <a:t> </a:t>
            </a:r>
            <a:r>
              <a:rPr lang="en-US" dirty="0" err="1"/>
              <a:t>gerçekleştiği</a:t>
            </a:r>
            <a:r>
              <a:rPr lang="en-US" dirty="0"/>
              <a:t> </a:t>
            </a:r>
            <a:r>
              <a:rPr lang="en-US" dirty="0" err="1"/>
              <a:t>ortam</a:t>
            </a:r>
            <a:r>
              <a:rPr lang="en-US" dirty="0"/>
              <a:t> </a:t>
            </a:r>
            <a:r>
              <a:rPr lang="en-US" dirty="0" err="1"/>
              <a:t>ve</a:t>
            </a:r>
            <a:r>
              <a:rPr lang="en-US" dirty="0"/>
              <a:t> </a:t>
            </a:r>
            <a:r>
              <a:rPr lang="en-US" dirty="0" err="1"/>
              <a:t>koşullardır</a:t>
            </a:r>
            <a:r>
              <a:rPr lang="en-US" dirty="0"/>
              <a:t>.</a:t>
            </a:r>
          </a:p>
          <a:p>
            <a:endParaRPr lang="en-US" dirty="0"/>
          </a:p>
        </p:txBody>
      </p:sp>
      <p:sp>
        <p:nvSpPr>
          <p:cNvPr id="4" name="Slide Number Placeholder 3">
            <a:extLst>
              <a:ext uri="{FF2B5EF4-FFF2-40B4-BE49-F238E27FC236}">
                <a16:creationId xmlns:a16="http://schemas.microsoft.com/office/drawing/2014/main" id="{AFC773CA-7420-9D0C-6029-AF7971256884}"/>
              </a:ext>
            </a:extLst>
          </p:cNvPr>
          <p:cNvSpPr>
            <a:spLocks noGrp="1"/>
          </p:cNvSpPr>
          <p:nvPr>
            <p:ph type="sldNum" idx="10"/>
          </p:nvPr>
        </p:nvSpPr>
        <p:spPr/>
        <p:txBody>
          <a:bodyPr/>
          <a:lstStyle/>
          <a:p>
            <a:fld id="{48F63A3B-78C7-47BE-AE5E-E10140E04643}" type="slidenum">
              <a:rPr lang="en-US" smtClean="0"/>
              <a:t>25</a:t>
            </a:fld>
            <a:endParaRPr lang="en-US"/>
          </a:p>
        </p:txBody>
      </p:sp>
    </p:spTree>
    <p:extLst>
      <p:ext uri="{BB962C8B-B14F-4D97-AF65-F5344CB8AC3E}">
        <p14:creationId xmlns:p14="http://schemas.microsoft.com/office/powerpoint/2010/main" val="25713912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Yaptırım nedir?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Yaptırım, bir davranışa verilen ve normlara uyumu etkileyen toplumsal tepkidir.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Olumlu yaptırım: Takdir, teşekkür veya ödül.</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Olumsuz yaptırım: Kınama, uyarı veya ilgili kurala göre ceza.</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Yaptırımlar resmî ya da gayriresmî olabilir.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A4E99CEF-AF55-BA3C-ADF8-4E52E186DD8F}" type="slidenum">
              <a:rPr/>
              <a:t>26</a:t>
            </a:fld>
            <a:endParaRPr/>
          </a:p>
        </p:txBody>
      </p:sp>
    </p:spTree>
    <p:extLst>
      <p:ext uri="{BB962C8B-B14F-4D97-AF65-F5344CB8AC3E}">
        <p14:creationId xmlns:p14="http://schemas.microsoft.com/office/powerpoint/2010/main" val="32092115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Aynı davranışa farklı tepkiler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öğrenci ortak çalışma alanını düzenli bırakır.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Arkadaşının teşekkür etmesi, gayriresmî olumlu yaptırımdır.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kurumun kurala uygun davranışı belgeyle ödüllendirmesi, resmî olumlu yaptırımdır.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Yaptırımı anlamak için hem tepkinin yönüne hem tepkiyi veren yere bakarız.</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4A59AF09-D197-0193-A7DE-FAAF0B691058}" type="slidenum">
              <a:rPr/>
              <a:t>27</a:t>
            </a:fld>
            <a:endParaRPr/>
          </a:p>
        </p:txBody>
      </p:sp>
    </p:spTree>
    <p:extLst>
      <p:ext uri="{BB962C8B-B14F-4D97-AF65-F5344CB8AC3E}">
        <p14:creationId xmlns:p14="http://schemas.microsoft.com/office/powerpoint/2010/main" val="3209211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Her norm her yerde aynı mı?</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Sınıfta, kütüphanede ve arkadaş buluşmasında farklı beklentiler olabilir.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Arkadaş grubunda uygun görülen yüksek sesli konuşma, kütüphanede uygun görülmeyebilir.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Normlar gruplar ve dönemler arasında değişebilir.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davranışı yorumlarken bağlamı, kuralı ve etkisini birlikte düşünürüz.</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F3AE1AE4-D79E-94D6-E825-3FC6C21A77D2}" type="slidenum">
              <a:rPr/>
              <a:t>28</a:t>
            </a:fld>
            <a:endParaRPr/>
          </a:p>
        </p:txBody>
      </p:sp>
    </p:spTree>
    <p:extLst>
      <p:ext uri="{BB962C8B-B14F-4D97-AF65-F5344CB8AC3E}">
        <p14:creationId xmlns:p14="http://schemas.microsoft.com/office/powerpoint/2010/main" val="32092115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16AC92-6E7F-297D-6CBF-02E7A10865AD}"/>
              </a:ext>
            </a:extLst>
          </p:cNvPr>
          <p:cNvSpPr>
            <a:spLocks noGrp="1"/>
          </p:cNvSpPr>
          <p:nvPr>
            <p:ph type="sldNum" idx="10"/>
          </p:nvPr>
        </p:nvSpPr>
        <p:spPr/>
        <p:txBody>
          <a:bodyPr/>
          <a:lstStyle/>
          <a:p>
            <a:fld id="{48F63A3B-78C7-47BE-AE5E-E10140E04643}" type="slidenum">
              <a:rPr lang="en-US" smtClean="0"/>
              <a:t>29</a:t>
            </a:fld>
            <a:endParaRPr lang="en-US"/>
          </a:p>
        </p:txBody>
      </p:sp>
      <p:pic>
        <p:nvPicPr>
          <p:cNvPr id="5122" name="Picture 2" descr="Değer nedir? Felsefe, sosyoloji, matematik ve ekonomide değer kavramı - Son Dakika Eğitim Haberleri">
            <a:extLst>
              <a:ext uri="{FF2B5EF4-FFF2-40B4-BE49-F238E27FC236}">
                <a16:creationId xmlns:a16="http://schemas.microsoft.com/office/drawing/2014/main" id="{F06DB9C8-0EDE-4A51-60FE-33F5D1537B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7500" y="335265"/>
            <a:ext cx="8729964" cy="5569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586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Değer nedir?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Değer, bir toplumda veya grupta iyi, doğru ve önemli sayılan genel ilkedir.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Adalet, dürüstlük, saygı ve dayanışma değer örnekleridir.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Değerler, davranışları değerlendirirken kullandığımız ölçülere yön verir.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Temel soru: Bu davranışı neden önemli veya doğru buluyoruz?</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5AB55966-FA28-BC73-EA9E-53DF014DF033}" type="slidenum">
              <a:rPr/>
              <a:t>30</a:t>
            </a:fld>
            <a:endParaRPr/>
          </a:p>
        </p:txBody>
      </p:sp>
    </p:spTree>
    <p:extLst>
      <p:ext uri="{BB962C8B-B14F-4D97-AF65-F5344CB8AC3E}">
        <p14:creationId xmlns:p14="http://schemas.microsoft.com/office/powerpoint/2010/main" val="3209211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Değer ve norm arasındaki fark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Dürüstlük bir değerdir. Sınavda kopya çekmemek bir normdur.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Saygı bir değerdir. Konuşan kişinin sözünü kesmemek bir normdur.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Adalet bir değerdir. Değerlendirmede açıklanan ölçütleri herkese uygulamak bir normdur.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Değer genel ilkeyi, norm belirli davranış beklentisini anlatır.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02F15020-66A7-620A-7B7A-C05C4312DEAE}" type="slidenum">
              <a:rPr/>
              <a:t>31</a:t>
            </a:fld>
            <a:endParaRPr/>
          </a:p>
        </p:txBody>
      </p:sp>
    </p:spTree>
    <p:extLst>
      <p:ext uri="{BB962C8B-B14F-4D97-AF65-F5344CB8AC3E}">
        <p14:creationId xmlns:p14="http://schemas.microsoft.com/office/powerpoint/2010/main" val="3209211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Bir değer, farklı normlar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Saygı değeri farklı ortamlarda farklı davranışlarla ifade edilebilir.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Derste söz sırasını beklemek, ortak alanda gürültüyü azaltmak buna örnektir.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Tek bir değer, birden fazla normun dayanağı olabilir.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Aynı norm da birden fazla değerle ilişkilendirilebilir.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68AD4375-9F50-F53A-6F9F-DD8473067C05}" type="slidenum">
              <a:rPr/>
              <a:t>32</a:t>
            </a:fld>
            <a:endParaRPr/>
          </a:p>
        </p:txBody>
      </p:sp>
    </p:spTree>
    <p:extLst>
      <p:ext uri="{BB962C8B-B14F-4D97-AF65-F5344CB8AC3E}">
        <p14:creationId xmlns:p14="http://schemas.microsoft.com/office/powerpoint/2010/main" val="3209211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err="1">
                <a:solidFill>
                  <a:srgbClr val="252B87"/>
                </a:solidFill>
                <a:latin typeface="Arial"/>
                <a:ea typeface="Arial"/>
                <a:cs typeface="Arial"/>
              </a:rPr>
              <a:t>Değerler</a:t>
            </a:r>
            <a:r>
              <a:rPr sz="1950" b="1" dirty="0">
                <a:solidFill>
                  <a:srgbClr val="252B87"/>
                </a:solidFill>
                <a:latin typeface="Arial"/>
                <a:ea typeface="Arial"/>
                <a:cs typeface="Arial"/>
              </a:rPr>
              <a:t> </a:t>
            </a:r>
            <a:r>
              <a:rPr sz="1950" b="1" dirty="0" err="1">
                <a:solidFill>
                  <a:srgbClr val="252B87"/>
                </a:solidFill>
                <a:latin typeface="Arial"/>
                <a:ea typeface="Arial"/>
                <a:cs typeface="Arial"/>
              </a:rPr>
              <a:t>arasında</a:t>
            </a:r>
            <a:r>
              <a:rPr sz="1950" b="1" dirty="0">
                <a:solidFill>
                  <a:srgbClr val="252B87"/>
                </a:solidFill>
                <a:latin typeface="Arial"/>
                <a:ea typeface="Arial"/>
                <a:cs typeface="Arial"/>
              </a:rPr>
              <a:t> </a:t>
            </a:r>
            <a:r>
              <a:rPr sz="1950" b="1" dirty="0" err="1">
                <a:solidFill>
                  <a:srgbClr val="252B87"/>
                </a:solidFill>
                <a:latin typeface="Arial"/>
                <a:ea typeface="Arial"/>
                <a:cs typeface="Arial"/>
              </a:rPr>
              <a:t>gerilim</a:t>
            </a:r>
            <a:endParaRPr sz="1950" b="1"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Bazen </a:t>
            </a:r>
            <a:r>
              <a:rPr sz="1950" dirty="0" err="1">
                <a:solidFill>
                  <a:srgbClr val="252B87"/>
                </a:solidFill>
                <a:latin typeface="Arial"/>
                <a:ea typeface="Arial"/>
                <a:cs typeface="Arial"/>
              </a:rPr>
              <a:t>önem</a:t>
            </a:r>
            <a:r>
              <a:rPr sz="1950" dirty="0">
                <a:solidFill>
                  <a:srgbClr val="252B87"/>
                </a:solidFill>
                <a:latin typeface="Arial"/>
                <a:ea typeface="Arial"/>
                <a:cs typeface="Arial"/>
              </a:rPr>
              <a:t> </a:t>
            </a:r>
            <a:r>
              <a:rPr sz="1950" dirty="0" err="1">
                <a:solidFill>
                  <a:srgbClr val="252B87"/>
                </a:solidFill>
                <a:latin typeface="Arial"/>
                <a:ea typeface="Arial"/>
                <a:cs typeface="Arial"/>
              </a:rPr>
              <a:t>verdiğimiz</a:t>
            </a:r>
            <a:r>
              <a:rPr sz="1950" dirty="0">
                <a:solidFill>
                  <a:srgbClr val="252B87"/>
                </a:solidFill>
                <a:latin typeface="Arial"/>
                <a:ea typeface="Arial"/>
                <a:cs typeface="Arial"/>
              </a:rPr>
              <a:t> </a:t>
            </a:r>
            <a:r>
              <a:rPr sz="1950" dirty="0" err="1">
                <a:solidFill>
                  <a:srgbClr val="252B87"/>
                </a:solidFill>
                <a:latin typeface="Arial"/>
                <a:ea typeface="Arial"/>
                <a:cs typeface="Arial"/>
              </a:rPr>
              <a:t>iki</a:t>
            </a:r>
            <a:r>
              <a:rPr sz="1950" dirty="0">
                <a:solidFill>
                  <a:srgbClr val="252B87"/>
                </a:solidFill>
                <a:latin typeface="Arial"/>
                <a:ea typeface="Arial"/>
                <a:cs typeface="Arial"/>
              </a:rPr>
              <a:t> </a:t>
            </a:r>
            <a:r>
              <a:rPr sz="1950" dirty="0" err="1">
                <a:solidFill>
                  <a:srgbClr val="252B87"/>
                </a:solidFill>
                <a:latin typeface="Arial"/>
                <a:ea typeface="Arial"/>
                <a:cs typeface="Arial"/>
              </a:rPr>
              <a:t>değer</a:t>
            </a:r>
            <a:r>
              <a:rPr sz="1950" dirty="0">
                <a:solidFill>
                  <a:srgbClr val="252B87"/>
                </a:solidFill>
                <a:latin typeface="Arial"/>
                <a:ea typeface="Arial"/>
                <a:cs typeface="Arial"/>
              </a:rPr>
              <a:t> </a:t>
            </a:r>
            <a:r>
              <a:rPr sz="1950" dirty="0" err="1">
                <a:solidFill>
                  <a:srgbClr val="252B87"/>
                </a:solidFill>
                <a:latin typeface="Arial"/>
                <a:ea typeface="Arial"/>
                <a:cs typeface="Arial"/>
              </a:rPr>
              <a:t>aynı</a:t>
            </a:r>
            <a:r>
              <a:rPr sz="1950" dirty="0">
                <a:solidFill>
                  <a:srgbClr val="252B87"/>
                </a:solidFill>
                <a:latin typeface="Arial"/>
                <a:ea typeface="Arial"/>
                <a:cs typeface="Arial"/>
              </a:rPr>
              <a:t> </a:t>
            </a:r>
            <a:r>
              <a:rPr sz="1950" dirty="0" err="1">
                <a:solidFill>
                  <a:srgbClr val="252B87"/>
                </a:solidFill>
                <a:latin typeface="Arial"/>
                <a:ea typeface="Arial"/>
                <a:cs typeface="Arial"/>
              </a:rPr>
              <a:t>olayda</a:t>
            </a:r>
            <a:r>
              <a:rPr sz="1950" dirty="0">
                <a:solidFill>
                  <a:srgbClr val="252B87"/>
                </a:solidFill>
                <a:latin typeface="Arial"/>
                <a:ea typeface="Arial"/>
                <a:cs typeface="Arial"/>
              </a:rPr>
              <a:t> </a:t>
            </a:r>
            <a:r>
              <a:rPr sz="1950" dirty="0" err="1">
                <a:solidFill>
                  <a:srgbClr val="252B87"/>
                </a:solidFill>
                <a:latin typeface="Arial"/>
                <a:ea typeface="Arial"/>
                <a:cs typeface="Arial"/>
              </a:rPr>
              <a:t>farklı</a:t>
            </a:r>
            <a:r>
              <a:rPr sz="1950" dirty="0">
                <a:solidFill>
                  <a:srgbClr val="252B87"/>
                </a:solidFill>
                <a:latin typeface="Arial"/>
                <a:ea typeface="Arial"/>
                <a:cs typeface="Arial"/>
              </a:rPr>
              <a:t> </a:t>
            </a:r>
            <a:r>
              <a:rPr sz="1950" dirty="0" err="1">
                <a:solidFill>
                  <a:srgbClr val="252B87"/>
                </a:solidFill>
                <a:latin typeface="Arial"/>
                <a:ea typeface="Arial"/>
                <a:cs typeface="Arial"/>
              </a:rPr>
              <a:t>davranışlara</a:t>
            </a:r>
            <a:r>
              <a:rPr sz="1950" dirty="0">
                <a:solidFill>
                  <a:srgbClr val="252B87"/>
                </a:solidFill>
                <a:latin typeface="Arial"/>
                <a:ea typeface="Arial"/>
                <a:cs typeface="Arial"/>
              </a:rPr>
              <a:t> </a:t>
            </a:r>
            <a:r>
              <a:rPr sz="1950" dirty="0" err="1">
                <a:solidFill>
                  <a:srgbClr val="252B87"/>
                </a:solidFill>
                <a:latin typeface="Arial"/>
                <a:ea typeface="Arial"/>
                <a:cs typeface="Arial"/>
              </a:rPr>
              <a:t>yöneltebilir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Bir </a:t>
            </a:r>
            <a:r>
              <a:rPr sz="1950" dirty="0" err="1">
                <a:solidFill>
                  <a:srgbClr val="252B87"/>
                </a:solidFill>
                <a:latin typeface="Arial"/>
                <a:ea typeface="Arial"/>
                <a:cs typeface="Arial"/>
              </a:rPr>
              <a:t>arkadaşımızın</a:t>
            </a:r>
            <a:r>
              <a:rPr sz="1950" dirty="0">
                <a:solidFill>
                  <a:srgbClr val="252B87"/>
                </a:solidFill>
                <a:latin typeface="Arial"/>
                <a:ea typeface="Arial"/>
                <a:cs typeface="Arial"/>
              </a:rPr>
              <a:t> </a:t>
            </a:r>
            <a:r>
              <a:rPr sz="1950" dirty="0" err="1">
                <a:solidFill>
                  <a:srgbClr val="252B87"/>
                </a:solidFill>
                <a:latin typeface="Arial"/>
                <a:ea typeface="Arial"/>
                <a:cs typeface="Arial"/>
              </a:rPr>
              <a:t>gizliliğini</a:t>
            </a:r>
            <a:r>
              <a:rPr sz="1950" dirty="0">
                <a:solidFill>
                  <a:srgbClr val="252B87"/>
                </a:solidFill>
                <a:latin typeface="Arial"/>
                <a:ea typeface="Arial"/>
                <a:cs typeface="Arial"/>
              </a:rPr>
              <a:t> </a:t>
            </a:r>
            <a:r>
              <a:rPr sz="1950" dirty="0" err="1">
                <a:solidFill>
                  <a:srgbClr val="252B87"/>
                </a:solidFill>
                <a:latin typeface="Arial"/>
                <a:ea typeface="Arial"/>
                <a:cs typeface="Arial"/>
              </a:rPr>
              <a:t>korumak</a:t>
            </a:r>
            <a:r>
              <a:rPr sz="1950" dirty="0">
                <a:solidFill>
                  <a:srgbClr val="252B87"/>
                </a:solidFill>
                <a:latin typeface="Arial"/>
                <a:ea typeface="Arial"/>
                <a:cs typeface="Arial"/>
              </a:rPr>
              <a:t> </a:t>
            </a:r>
            <a:r>
              <a:rPr sz="1950" dirty="0" err="1">
                <a:solidFill>
                  <a:srgbClr val="252B87"/>
                </a:solidFill>
                <a:latin typeface="Arial"/>
                <a:ea typeface="Arial"/>
                <a:cs typeface="Arial"/>
              </a:rPr>
              <a:t>ile</a:t>
            </a:r>
            <a:r>
              <a:rPr sz="1950" dirty="0">
                <a:solidFill>
                  <a:srgbClr val="252B87"/>
                </a:solidFill>
                <a:latin typeface="Arial"/>
                <a:ea typeface="Arial"/>
                <a:cs typeface="Arial"/>
              </a:rPr>
              <a:t> </a:t>
            </a:r>
            <a:r>
              <a:rPr sz="1950" dirty="0" err="1">
                <a:solidFill>
                  <a:srgbClr val="252B87"/>
                </a:solidFill>
                <a:latin typeface="Arial"/>
                <a:ea typeface="Arial"/>
                <a:cs typeface="Arial"/>
              </a:rPr>
              <a:t>ona</a:t>
            </a:r>
            <a:r>
              <a:rPr sz="1950" dirty="0">
                <a:solidFill>
                  <a:srgbClr val="252B87"/>
                </a:solidFill>
                <a:latin typeface="Arial"/>
                <a:ea typeface="Arial"/>
                <a:cs typeface="Arial"/>
              </a:rPr>
              <a:t> </a:t>
            </a:r>
            <a:r>
              <a:rPr sz="1950" dirty="0" err="1">
                <a:solidFill>
                  <a:srgbClr val="252B87"/>
                </a:solidFill>
                <a:latin typeface="Arial"/>
                <a:ea typeface="Arial"/>
                <a:cs typeface="Arial"/>
              </a:rPr>
              <a:t>yardım</a:t>
            </a:r>
            <a:r>
              <a:rPr sz="1950" dirty="0">
                <a:solidFill>
                  <a:srgbClr val="252B87"/>
                </a:solidFill>
                <a:latin typeface="Arial"/>
                <a:ea typeface="Arial"/>
                <a:cs typeface="Arial"/>
              </a:rPr>
              <a:t> </a:t>
            </a:r>
            <a:r>
              <a:rPr sz="1950" dirty="0" err="1">
                <a:solidFill>
                  <a:srgbClr val="252B87"/>
                </a:solidFill>
                <a:latin typeface="Arial"/>
                <a:ea typeface="Arial"/>
                <a:cs typeface="Arial"/>
              </a:rPr>
              <a:t>istemek</a:t>
            </a:r>
            <a:r>
              <a:rPr sz="1950" dirty="0">
                <a:solidFill>
                  <a:srgbClr val="252B87"/>
                </a:solidFill>
                <a:latin typeface="Arial"/>
                <a:ea typeface="Arial"/>
                <a:cs typeface="Arial"/>
              </a:rPr>
              <a:t> </a:t>
            </a:r>
            <a:r>
              <a:rPr sz="1950" dirty="0" err="1">
                <a:solidFill>
                  <a:srgbClr val="252B87"/>
                </a:solidFill>
                <a:latin typeface="Arial"/>
                <a:ea typeface="Arial"/>
                <a:cs typeface="Arial"/>
              </a:rPr>
              <a:t>arasında</a:t>
            </a:r>
            <a:r>
              <a:rPr sz="1950" dirty="0">
                <a:solidFill>
                  <a:srgbClr val="252B87"/>
                </a:solidFill>
                <a:latin typeface="Arial"/>
                <a:ea typeface="Arial"/>
                <a:cs typeface="Arial"/>
              </a:rPr>
              <a:t> </a:t>
            </a:r>
            <a:r>
              <a:rPr sz="1950" dirty="0" err="1">
                <a:solidFill>
                  <a:srgbClr val="252B87"/>
                </a:solidFill>
                <a:latin typeface="Arial"/>
                <a:ea typeface="Arial"/>
                <a:cs typeface="Arial"/>
              </a:rPr>
              <a:t>kalabiliriz</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Olayın</a:t>
            </a:r>
            <a:r>
              <a:rPr sz="1950" dirty="0">
                <a:solidFill>
                  <a:srgbClr val="252B87"/>
                </a:solidFill>
                <a:latin typeface="Arial"/>
                <a:ea typeface="Arial"/>
                <a:cs typeface="Arial"/>
              </a:rPr>
              <a:t> </a:t>
            </a:r>
            <a:r>
              <a:rPr sz="1950" dirty="0" err="1">
                <a:solidFill>
                  <a:srgbClr val="252B87"/>
                </a:solidFill>
                <a:latin typeface="Arial"/>
                <a:ea typeface="Arial"/>
                <a:cs typeface="Arial"/>
              </a:rPr>
              <a:t>koşullarını</a:t>
            </a:r>
            <a:r>
              <a:rPr sz="1950" dirty="0">
                <a:solidFill>
                  <a:srgbClr val="252B87"/>
                </a:solidFill>
                <a:latin typeface="Arial"/>
                <a:ea typeface="Arial"/>
                <a:cs typeface="Arial"/>
              </a:rPr>
              <a:t> </a:t>
            </a:r>
            <a:r>
              <a:rPr sz="1950" dirty="0" err="1">
                <a:solidFill>
                  <a:srgbClr val="252B87"/>
                </a:solidFill>
                <a:latin typeface="Arial"/>
                <a:ea typeface="Arial"/>
                <a:cs typeface="Arial"/>
              </a:rPr>
              <a:t>ve</a:t>
            </a:r>
            <a:r>
              <a:rPr sz="1950" dirty="0">
                <a:solidFill>
                  <a:srgbClr val="252B87"/>
                </a:solidFill>
                <a:latin typeface="Arial"/>
                <a:ea typeface="Arial"/>
                <a:cs typeface="Arial"/>
              </a:rPr>
              <a:t> </a:t>
            </a:r>
            <a:r>
              <a:rPr sz="1950" dirty="0" err="1">
                <a:solidFill>
                  <a:srgbClr val="252B87"/>
                </a:solidFill>
                <a:latin typeface="Arial"/>
                <a:ea typeface="Arial"/>
                <a:cs typeface="Arial"/>
              </a:rPr>
              <a:t>etkilenen</a:t>
            </a:r>
            <a:r>
              <a:rPr sz="1950" dirty="0">
                <a:solidFill>
                  <a:srgbClr val="252B87"/>
                </a:solidFill>
                <a:latin typeface="Arial"/>
                <a:ea typeface="Arial"/>
                <a:cs typeface="Arial"/>
              </a:rPr>
              <a:t> </a:t>
            </a:r>
            <a:r>
              <a:rPr sz="1950" dirty="0" err="1">
                <a:solidFill>
                  <a:srgbClr val="252B87"/>
                </a:solidFill>
                <a:latin typeface="Arial"/>
                <a:ea typeface="Arial"/>
                <a:cs typeface="Arial"/>
              </a:rPr>
              <a:t>kişileri</a:t>
            </a:r>
            <a:r>
              <a:rPr sz="1950" dirty="0">
                <a:solidFill>
                  <a:srgbClr val="252B87"/>
                </a:solidFill>
                <a:latin typeface="Arial"/>
                <a:ea typeface="Arial"/>
                <a:cs typeface="Arial"/>
              </a:rPr>
              <a:t> </a:t>
            </a:r>
            <a:r>
              <a:rPr sz="1950" dirty="0" err="1">
                <a:solidFill>
                  <a:srgbClr val="252B87"/>
                </a:solidFill>
                <a:latin typeface="Arial"/>
                <a:ea typeface="Arial"/>
                <a:cs typeface="Arial"/>
              </a:rPr>
              <a:t>birlikte</a:t>
            </a:r>
            <a:r>
              <a:rPr sz="1950" dirty="0">
                <a:solidFill>
                  <a:srgbClr val="252B87"/>
                </a:solidFill>
                <a:latin typeface="Arial"/>
                <a:ea typeface="Arial"/>
                <a:cs typeface="Arial"/>
              </a:rPr>
              <a:t> </a:t>
            </a:r>
            <a:r>
              <a:rPr sz="1950" dirty="0" err="1">
                <a:solidFill>
                  <a:srgbClr val="252B87"/>
                </a:solidFill>
                <a:latin typeface="Arial"/>
                <a:ea typeface="Arial"/>
                <a:cs typeface="Arial"/>
              </a:rPr>
              <a:t>düşünürüz</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Değerleri</a:t>
            </a:r>
            <a:r>
              <a:rPr sz="1950" dirty="0">
                <a:solidFill>
                  <a:srgbClr val="252B87"/>
                </a:solidFill>
                <a:latin typeface="Arial"/>
                <a:ea typeface="Arial"/>
                <a:cs typeface="Arial"/>
              </a:rPr>
              <a:t> </a:t>
            </a:r>
            <a:r>
              <a:rPr sz="1950" dirty="0" err="1">
                <a:solidFill>
                  <a:srgbClr val="252B87"/>
                </a:solidFill>
                <a:latin typeface="Arial"/>
                <a:ea typeface="Arial"/>
                <a:cs typeface="Arial"/>
              </a:rPr>
              <a:t>tartışmak</a:t>
            </a:r>
            <a:r>
              <a:rPr sz="1950" dirty="0">
                <a:solidFill>
                  <a:srgbClr val="252B87"/>
                </a:solidFill>
                <a:latin typeface="Arial"/>
                <a:ea typeface="Arial"/>
                <a:cs typeface="Arial"/>
              </a:rPr>
              <a:t>, </a:t>
            </a:r>
            <a:r>
              <a:rPr sz="1950" dirty="0" err="1">
                <a:solidFill>
                  <a:srgbClr val="252B87"/>
                </a:solidFill>
                <a:latin typeface="Arial"/>
                <a:ea typeface="Arial"/>
                <a:cs typeface="Arial"/>
              </a:rPr>
              <a:t>kararın</a:t>
            </a:r>
            <a:r>
              <a:rPr sz="1950" dirty="0">
                <a:solidFill>
                  <a:srgbClr val="252B87"/>
                </a:solidFill>
                <a:latin typeface="Arial"/>
                <a:ea typeface="Arial"/>
                <a:cs typeface="Arial"/>
              </a:rPr>
              <a:t> </a:t>
            </a:r>
            <a:r>
              <a:rPr sz="1950" dirty="0" err="1">
                <a:solidFill>
                  <a:srgbClr val="252B87"/>
                </a:solidFill>
                <a:latin typeface="Arial"/>
                <a:ea typeface="Arial"/>
                <a:cs typeface="Arial"/>
              </a:rPr>
              <a:t>gerekçesini</a:t>
            </a:r>
            <a:r>
              <a:rPr sz="1950" dirty="0">
                <a:solidFill>
                  <a:srgbClr val="252B87"/>
                </a:solidFill>
                <a:latin typeface="Arial"/>
                <a:ea typeface="Arial"/>
                <a:cs typeface="Arial"/>
              </a:rPr>
              <a:t> </a:t>
            </a:r>
            <a:r>
              <a:rPr sz="1950" dirty="0" err="1">
                <a:solidFill>
                  <a:srgbClr val="252B87"/>
                </a:solidFill>
                <a:latin typeface="Arial"/>
                <a:ea typeface="Arial"/>
                <a:cs typeface="Arial"/>
              </a:rPr>
              <a:t>görünür</a:t>
            </a:r>
            <a:r>
              <a:rPr sz="1950" dirty="0">
                <a:solidFill>
                  <a:srgbClr val="252B87"/>
                </a:solidFill>
                <a:latin typeface="Arial"/>
                <a:ea typeface="Arial"/>
                <a:cs typeface="Arial"/>
              </a:rPr>
              <a:t> </a:t>
            </a:r>
            <a:r>
              <a:rPr sz="1950" dirty="0" err="1">
                <a:solidFill>
                  <a:srgbClr val="252B87"/>
                </a:solidFill>
                <a:latin typeface="Arial"/>
                <a:ea typeface="Arial"/>
                <a:cs typeface="Arial"/>
              </a:rPr>
              <a:t>kılar</a:t>
            </a:r>
            <a:r>
              <a:rPr sz="1950" dirty="0">
                <a:solidFill>
                  <a:srgbClr val="252B87"/>
                </a:solidFill>
                <a:latin typeface="Arial"/>
                <a:ea typeface="Arial"/>
                <a:cs typeface="Arial"/>
              </a:rPr>
              <a:t>.</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41680313-6E64-04FF-399A-57B7CADE95A9}" type="slidenum">
              <a:rPr/>
              <a:t>33</a:t>
            </a:fld>
            <a:endParaRPr/>
          </a:p>
        </p:txBody>
      </p:sp>
    </p:spTree>
    <p:extLst>
      <p:ext uri="{BB962C8B-B14F-4D97-AF65-F5344CB8AC3E}">
        <p14:creationId xmlns:p14="http://schemas.microsoft.com/office/powerpoint/2010/main" val="3209211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442770-916B-8333-3A5B-807D5B0582F6}"/>
              </a:ext>
            </a:extLst>
          </p:cNvPr>
          <p:cNvSpPr>
            <a:spLocks noGrp="1"/>
          </p:cNvSpPr>
          <p:nvPr>
            <p:ph idx="1"/>
          </p:nvPr>
        </p:nvSpPr>
        <p:spPr>
          <a:xfrm>
            <a:off x="1" y="0"/>
            <a:ext cx="11538856" cy="6041984"/>
          </a:xfrm>
        </p:spPr>
        <p:txBody>
          <a:bodyPr>
            <a:normAutofit/>
          </a:bodyPr>
          <a:lstStyle/>
          <a:p>
            <a:r>
              <a:rPr lang="tr-TR" b="1" dirty="0"/>
              <a:t>Değerler arasındaki gerilime örnek;</a:t>
            </a:r>
          </a:p>
          <a:p>
            <a:r>
              <a:rPr lang="tr-TR" b="1" dirty="0"/>
              <a:t>Ö</a:t>
            </a:r>
            <a:r>
              <a:rPr lang="en-US" b="1" dirty="0" err="1"/>
              <a:t>rneğin</a:t>
            </a:r>
            <a:r>
              <a:rPr lang="en-US" b="1" dirty="0"/>
              <a:t> </a:t>
            </a:r>
            <a:r>
              <a:rPr lang="en-US" b="1" dirty="0" err="1"/>
              <a:t>bir</a:t>
            </a:r>
            <a:r>
              <a:rPr lang="en-US" b="1" dirty="0"/>
              <a:t> </a:t>
            </a:r>
            <a:r>
              <a:rPr lang="en-US" b="1" dirty="0" err="1"/>
              <a:t>öğrencinin</a:t>
            </a:r>
            <a:r>
              <a:rPr lang="en-US" b="1" dirty="0"/>
              <a:t>, </a:t>
            </a:r>
            <a:r>
              <a:rPr lang="en-US" b="1" dirty="0" err="1"/>
              <a:t>arkadaşının</a:t>
            </a:r>
            <a:r>
              <a:rPr lang="en-US" b="1" dirty="0"/>
              <a:t> </a:t>
            </a:r>
            <a:r>
              <a:rPr lang="en-US" b="1" dirty="0" err="1"/>
              <a:t>okulda</a:t>
            </a:r>
            <a:r>
              <a:rPr lang="en-US" b="1" dirty="0"/>
              <a:t> </a:t>
            </a:r>
            <a:r>
              <a:rPr lang="en-US" b="1" dirty="0" err="1"/>
              <a:t>zorbalığa</a:t>
            </a:r>
            <a:r>
              <a:rPr lang="en-US" b="1" dirty="0"/>
              <a:t> </a:t>
            </a:r>
            <a:r>
              <a:rPr lang="en-US" b="1" dirty="0" err="1"/>
              <a:t>uğradığını</a:t>
            </a:r>
            <a:r>
              <a:rPr lang="en-US" b="1" dirty="0"/>
              <a:t> </a:t>
            </a:r>
            <a:r>
              <a:rPr lang="en-US" b="1" dirty="0" err="1"/>
              <a:t>öğrendiğini</a:t>
            </a:r>
            <a:r>
              <a:rPr lang="en-US" dirty="0"/>
              <a:t> </a:t>
            </a:r>
            <a:r>
              <a:rPr lang="en-US" dirty="0" err="1"/>
              <a:t>düşünelim</a:t>
            </a:r>
            <a:r>
              <a:rPr lang="en-US" dirty="0"/>
              <a:t>. </a:t>
            </a:r>
            <a:r>
              <a:rPr lang="en-US" dirty="0" err="1"/>
              <a:t>Arkadaşı</a:t>
            </a:r>
            <a:r>
              <a:rPr lang="en-US" dirty="0"/>
              <a:t> </a:t>
            </a:r>
            <a:r>
              <a:rPr lang="en-US" dirty="0" err="1"/>
              <a:t>ona</a:t>
            </a:r>
            <a:r>
              <a:rPr lang="en-US" dirty="0"/>
              <a:t> “</a:t>
            </a:r>
            <a:r>
              <a:rPr lang="en-US" dirty="0" err="1"/>
              <a:t>Bunu</a:t>
            </a:r>
            <a:r>
              <a:rPr lang="en-US" dirty="0"/>
              <a:t> </a:t>
            </a:r>
            <a:r>
              <a:rPr lang="en-US" dirty="0" err="1"/>
              <a:t>kimseye</a:t>
            </a:r>
            <a:r>
              <a:rPr lang="en-US" dirty="0"/>
              <a:t> </a:t>
            </a:r>
            <a:r>
              <a:rPr lang="en-US" dirty="0" err="1"/>
              <a:t>söyleme</a:t>
            </a:r>
            <a:r>
              <a:rPr lang="en-US" dirty="0"/>
              <a:t>.” der.</a:t>
            </a:r>
          </a:p>
          <a:p>
            <a:r>
              <a:rPr lang="en-US" dirty="0" err="1"/>
              <a:t>Öğrenci</a:t>
            </a:r>
            <a:r>
              <a:rPr lang="en-US" dirty="0"/>
              <a:t> </a:t>
            </a:r>
            <a:r>
              <a:rPr lang="en-US" dirty="0" err="1"/>
              <a:t>iki</a:t>
            </a:r>
            <a:r>
              <a:rPr lang="en-US" dirty="0"/>
              <a:t> </a:t>
            </a:r>
            <a:r>
              <a:rPr lang="en-US" dirty="0" err="1"/>
              <a:t>değer</a:t>
            </a:r>
            <a:r>
              <a:rPr lang="en-US" dirty="0"/>
              <a:t> </a:t>
            </a:r>
            <a:r>
              <a:rPr lang="en-US" dirty="0" err="1"/>
              <a:t>arasında</a:t>
            </a:r>
            <a:r>
              <a:rPr lang="en-US" dirty="0"/>
              <a:t> </a:t>
            </a:r>
            <a:r>
              <a:rPr lang="en-US" dirty="0" err="1"/>
              <a:t>kalır</a:t>
            </a:r>
            <a:r>
              <a:rPr lang="en-US" dirty="0"/>
              <a:t>:</a:t>
            </a:r>
          </a:p>
          <a:p>
            <a:r>
              <a:rPr lang="en-US" b="1" dirty="0" err="1"/>
              <a:t>Gizliliğe</a:t>
            </a:r>
            <a:r>
              <a:rPr lang="en-US" b="1" dirty="0"/>
              <a:t> </a:t>
            </a:r>
            <a:r>
              <a:rPr lang="en-US" b="1" dirty="0" err="1"/>
              <a:t>saygı</a:t>
            </a:r>
            <a:r>
              <a:rPr lang="en-US" b="1" dirty="0"/>
              <a:t> </a:t>
            </a:r>
            <a:r>
              <a:rPr lang="en-US" b="1" dirty="0" err="1"/>
              <a:t>ve</a:t>
            </a:r>
            <a:r>
              <a:rPr lang="en-US" b="1" dirty="0"/>
              <a:t> </a:t>
            </a:r>
            <a:r>
              <a:rPr lang="en-US" b="1" dirty="0" err="1"/>
              <a:t>sadakat</a:t>
            </a:r>
            <a:r>
              <a:rPr lang="en-US" b="1" dirty="0"/>
              <a:t>:</a:t>
            </a:r>
            <a:r>
              <a:rPr lang="en-US" dirty="0"/>
              <a:t> “</a:t>
            </a:r>
            <a:r>
              <a:rPr lang="en-US" dirty="0" err="1"/>
              <a:t>Sırrını</a:t>
            </a:r>
            <a:r>
              <a:rPr lang="en-US" dirty="0"/>
              <a:t> </a:t>
            </a:r>
            <a:r>
              <a:rPr lang="en-US" dirty="0" err="1"/>
              <a:t>paylaşırsam</a:t>
            </a:r>
            <a:r>
              <a:rPr lang="en-US" dirty="0"/>
              <a:t> </a:t>
            </a:r>
            <a:r>
              <a:rPr lang="en-US" dirty="0" err="1"/>
              <a:t>bana</a:t>
            </a:r>
            <a:r>
              <a:rPr lang="en-US" dirty="0"/>
              <a:t> </a:t>
            </a:r>
            <a:r>
              <a:rPr lang="en-US" dirty="0" err="1"/>
              <a:t>olan</a:t>
            </a:r>
            <a:r>
              <a:rPr lang="en-US" dirty="0"/>
              <a:t> </a:t>
            </a:r>
            <a:r>
              <a:rPr lang="en-US" dirty="0" err="1"/>
              <a:t>güveni</a:t>
            </a:r>
            <a:r>
              <a:rPr lang="en-US" dirty="0"/>
              <a:t> </a:t>
            </a:r>
            <a:r>
              <a:rPr lang="en-US" dirty="0" err="1"/>
              <a:t>sarsılabilir</a:t>
            </a:r>
            <a:r>
              <a:rPr lang="en-US" dirty="0"/>
              <a:t>.”</a:t>
            </a:r>
          </a:p>
          <a:p>
            <a:r>
              <a:rPr lang="en-US" b="1" dirty="0" err="1"/>
              <a:t>Yardımlaşma</a:t>
            </a:r>
            <a:r>
              <a:rPr lang="en-US" b="1" dirty="0"/>
              <a:t> </a:t>
            </a:r>
            <a:r>
              <a:rPr lang="en-US" b="1" dirty="0" err="1"/>
              <a:t>ve</a:t>
            </a:r>
            <a:r>
              <a:rPr lang="en-US" b="1" dirty="0"/>
              <a:t> </a:t>
            </a:r>
            <a:r>
              <a:rPr lang="en-US" b="1" dirty="0" err="1"/>
              <a:t>güvenlik</a:t>
            </a:r>
            <a:r>
              <a:rPr lang="en-US" b="1" dirty="0"/>
              <a:t>:</a:t>
            </a:r>
            <a:r>
              <a:rPr lang="en-US" dirty="0"/>
              <a:t> “</a:t>
            </a:r>
            <a:r>
              <a:rPr lang="en-US" dirty="0" err="1"/>
              <a:t>Sessiz</a:t>
            </a:r>
            <a:r>
              <a:rPr lang="en-US" dirty="0"/>
              <a:t> </a:t>
            </a:r>
            <a:r>
              <a:rPr lang="en-US" dirty="0" err="1"/>
              <a:t>kalırsam</a:t>
            </a:r>
            <a:r>
              <a:rPr lang="en-US" dirty="0"/>
              <a:t> </a:t>
            </a:r>
            <a:r>
              <a:rPr lang="en-US" dirty="0" err="1"/>
              <a:t>zorbalık</a:t>
            </a:r>
            <a:r>
              <a:rPr lang="en-US" dirty="0"/>
              <a:t> </a:t>
            </a:r>
            <a:r>
              <a:rPr lang="en-US" dirty="0" err="1"/>
              <a:t>devam</a:t>
            </a:r>
            <a:r>
              <a:rPr lang="en-US" dirty="0"/>
              <a:t> </a:t>
            </a:r>
            <a:r>
              <a:rPr lang="en-US" dirty="0" err="1"/>
              <a:t>edebilir</a:t>
            </a:r>
            <a:r>
              <a:rPr lang="en-US" dirty="0"/>
              <a:t> </a:t>
            </a:r>
            <a:r>
              <a:rPr lang="en-US" dirty="0" err="1"/>
              <a:t>ve</a:t>
            </a:r>
            <a:r>
              <a:rPr lang="en-US" dirty="0"/>
              <a:t> </a:t>
            </a:r>
            <a:r>
              <a:rPr lang="en-US" dirty="0" err="1"/>
              <a:t>arkadaşım</a:t>
            </a:r>
            <a:r>
              <a:rPr lang="en-US" dirty="0"/>
              <a:t> </a:t>
            </a:r>
            <a:r>
              <a:rPr lang="en-US" dirty="0" err="1"/>
              <a:t>zarar</a:t>
            </a:r>
            <a:r>
              <a:rPr lang="en-US" dirty="0"/>
              <a:t> </a:t>
            </a:r>
            <a:r>
              <a:rPr lang="en-US" dirty="0" err="1"/>
              <a:t>görebilir</a:t>
            </a:r>
            <a:r>
              <a:rPr lang="en-US" dirty="0"/>
              <a:t>.”</a:t>
            </a:r>
          </a:p>
          <a:p>
            <a:endParaRPr lang="en-US" dirty="0"/>
          </a:p>
        </p:txBody>
      </p:sp>
      <p:sp>
        <p:nvSpPr>
          <p:cNvPr id="4" name="Slide Number Placeholder 3">
            <a:extLst>
              <a:ext uri="{FF2B5EF4-FFF2-40B4-BE49-F238E27FC236}">
                <a16:creationId xmlns:a16="http://schemas.microsoft.com/office/drawing/2014/main" id="{1973CBB7-81E5-FAD7-EF53-C5559FE67369}"/>
              </a:ext>
            </a:extLst>
          </p:cNvPr>
          <p:cNvSpPr>
            <a:spLocks noGrp="1"/>
          </p:cNvSpPr>
          <p:nvPr>
            <p:ph type="sldNum" idx="10"/>
          </p:nvPr>
        </p:nvSpPr>
        <p:spPr/>
        <p:txBody>
          <a:bodyPr/>
          <a:lstStyle/>
          <a:p>
            <a:fld id="{48F63A3B-78C7-47BE-AE5E-E10140E04643}" type="slidenum">
              <a:rPr lang="en-US" smtClean="0"/>
              <a:t>34</a:t>
            </a:fld>
            <a:endParaRPr lang="en-US"/>
          </a:p>
        </p:txBody>
      </p:sp>
    </p:spTree>
    <p:extLst>
      <p:ext uri="{BB962C8B-B14F-4D97-AF65-F5344CB8AC3E}">
        <p14:creationId xmlns:p14="http://schemas.microsoft.com/office/powerpoint/2010/main" val="35258981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E0007F-0B2D-F953-F828-3F00CACF5527}"/>
              </a:ext>
            </a:extLst>
          </p:cNvPr>
          <p:cNvSpPr>
            <a:spLocks noGrp="1"/>
          </p:cNvSpPr>
          <p:nvPr>
            <p:ph idx="1"/>
          </p:nvPr>
        </p:nvSpPr>
        <p:spPr>
          <a:xfrm>
            <a:off x="206829" y="304800"/>
            <a:ext cx="11310257" cy="5737184"/>
          </a:xfrm>
        </p:spPr>
        <p:txBody>
          <a:bodyPr/>
          <a:lstStyle/>
          <a:p>
            <a:r>
              <a:rPr lang="en-US" dirty="0" err="1"/>
              <a:t>Öğrenci</a:t>
            </a:r>
            <a:r>
              <a:rPr lang="en-US" dirty="0"/>
              <a:t>, </a:t>
            </a:r>
            <a:r>
              <a:rPr lang="en-US" dirty="0" err="1"/>
              <a:t>arkadaşına</a:t>
            </a:r>
            <a:r>
              <a:rPr lang="en-US" dirty="0"/>
              <a:t> </a:t>
            </a:r>
            <a:r>
              <a:rPr lang="en-US" b="1" dirty="0"/>
              <a:t>“Sana </a:t>
            </a:r>
            <a:r>
              <a:rPr lang="en-US" b="1" dirty="0" err="1"/>
              <a:t>yardım</a:t>
            </a:r>
            <a:r>
              <a:rPr lang="en-US" b="1" dirty="0"/>
              <a:t> </a:t>
            </a:r>
            <a:r>
              <a:rPr lang="en-US" b="1" dirty="0" err="1"/>
              <a:t>etmek</a:t>
            </a:r>
            <a:r>
              <a:rPr lang="en-US" b="1" dirty="0"/>
              <a:t> </a:t>
            </a:r>
            <a:r>
              <a:rPr lang="en-US" b="1" dirty="0" err="1"/>
              <a:t>istiyorum</a:t>
            </a:r>
            <a:r>
              <a:rPr lang="en-US" b="1" dirty="0"/>
              <a:t>. Gel, </a:t>
            </a:r>
            <a:r>
              <a:rPr lang="en-US" b="1" dirty="0" err="1"/>
              <a:t>birlikte</a:t>
            </a:r>
            <a:r>
              <a:rPr lang="en-US" b="1" dirty="0"/>
              <a:t> </a:t>
            </a:r>
            <a:r>
              <a:rPr lang="en-US" b="1" dirty="0" err="1"/>
              <a:t>güvendiğimiz</a:t>
            </a:r>
            <a:r>
              <a:rPr lang="en-US" b="1" dirty="0"/>
              <a:t> </a:t>
            </a:r>
            <a:r>
              <a:rPr lang="en-US" b="1" dirty="0" err="1"/>
              <a:t>bir</a:t>
            </a:r>
            <a:r>
              <a:rPr lang="en-US" b="1" dirty="0"/>
              <a:t> </a:t>
            </a:r>
            <a:r>
              <a:rPr lang="en-US" b="1" dirty="0" err="1"/>
              <a:t>öğretmenle</a:t>
            </a:r>
            <a:r>
              <a:rPr lang="en-US" b="1" dirty="0"/>
              <a:t> </a:t>
            </a:r>
            <a:r>
              <a:rPr lang="en-US" b="1" dirty="0" err="1"/>
              <a:t>konuşalım</a:t>
            </a:r>
            <a:r>
              <a:rPr lang="en-US" b="1" dirty="0"/>
              <a:t>.”</a:t>
            </a:r>
            <a:r>
              <a:rPr lang="en-US" dirty="0"/>
              <a:t> </a:t>
            </a:r>
            <a:r>
              <a:rPr lang="en-US" dirty="0" err="1"/>
              <a:t>diyebilir</a:t>
            </a:r>
            <a:r>
              <a:rPr lang="en-US" dirty="0"/>
              <a:t>. </a:t>
            </a:r>
            <a:r>
              <a:rPr lang="en-US" dirty="0" err="1"/>
              <a:t>Ciddi</a:t>
            </a:r>
            <a:r>
              <a:rPr lang="en-US" dirty="0"/>
              <a:t> </a:t>
            </a:r>
            <a:r>
              <a:rPr lang="en-US" dirty="0" err="1"/>
              <a:t>bir</a:t>
            </a:r>
            <a:r>
              <a:rPr lang="en-US" dirty="0"/>
              <a:t> </a:t>
            </a:r>
            <a:r>
              <a:rPr lang="en-US" dirty="0" err="1"/>
              <a:t>tehlike</a:t>
            </a:r>
            <a:r>
              <a:rPr lang="en-US" dirty="0"/>
              <a:t> </a:t>
            </a:r>
            <a:r>
              <a:rPr lang="en-US" dirty="0" err="1"/>
              <a:t>varsa</a:t>
            </a:r>
            <a:r>
              <a:rPr lang="en-US" dirty="0"/>
              <a:t> </a:t>
            </a:r>
            <a:r>
              <a:rPr lang="en-US" dirty="0" err="1"/>
              <a:t>arkadaşı</a:t>
            </a:r>
            <a:r>
              <a:rPr lang="en-US" dirty="0"/>
              <a:t> </a:t>
            </a:r>
            <a:r>
              <a:rPr lang="en-US" dirty="0" err="1"/>
              <a:t>istemese</a:t>
            </a:r>
            <a:r>
              <a:rPr lang="en-US" dirty="0"/>
              <a:t> de </a:t>
            </a:r>
            <a:r>
              <a:rPr lang="en-US" dirty="0" err="1"/>
              <a:t>bir</a:t>
            </a:r>
            <a:r>
              <a:rPr lang="en-US" dirty="0"/>
              <a:t> </a:t>
            </a:r>
            <a:r>
              <a:rPr lang="en-US" dirty="0" err="1"/>
              <a:t>yetişkinden</a:t>
            </a:r>
            <a:r>
              <a:rPr lang="en-US" dirty="0"/>
              <a:t> </a:t>
            </a:r>
            <a:r>
              <a:rPr lang="en-US" dirty="0" err="1"/>
              <a:t>yardım</a:t>
            </a:r>
            <a:r>
              <a:rPr lang="en-US" dirty="0"/>
              <a:t> </a:t>
            </a:r>
            <a:r>
              <a:rPr lang="en-US" dirty="0" err="1"/>
              <a:t>istemesi</a:t>
            </a:r>
            <a:r>
              <a:rPr lang="en-US" dirty="0"/>
              <a:t> </a:t>
            </a:r>
            <a:r>
              <a:rPr lang="en-US" dirty="0" err="1"/>
              <a:t>gerekebilir</a:t>
            </a:r>
            <a:r>
              <a:rPr lang="en-US" dirty="0"/>
              <a:t>.</a:t>
            </a:r>
          </a:p>
          <a:p>
            <a:r>
              <a:rPr lang="en-US" dirty="0" err="1"/>
              <a:t>Burada</a:t>
            </a:r>
            <a:r>
              <a:rPr lang="en-US" dirty="0"/>
              <a:t> </a:t>
            </a:r>
            <a:r>
              <a:rPr lang="en-US" b="1" dirty="0" err="1"/>
              <a:t>iki</a:t>
            </a:r>
            <a:r>
              <a:rPr lang="en-US" b="1" dirty="0"/>
              <a:t> </a:t>
            </a:r>
            <a:r>
              <a:rPr lang="en-US" b="1" dirty="0" err="1"/>
              <a:t>değer</a:t>
            </a:r>
            <a:r>
              <a:rPr lang="en-US" b="1" dirty="0"/>
              <a:t> de </a:t>
            </a:r>
            <a:r>
              <a:rPr lang="en-US" b="1" dirty="0" err="1"/>
              <a:t>önemlidir</a:t>
            </a:r>
            <a:r>
              <a:rPr lang="en-US" b="1" dirty="0"/>
              <a:t>; </a:t>
            </a:r>
            <a:r>
              <a:rPr lang="en-US" b="1" dirty="0" err="1"/>
              <a:t>ancak</a:t>
            </a:r>
            <a:r>
              <a:rPr lang="en-US" b="1" dirty="0"/>
              <a:t> </a:t>
            </a:r>
            <a:r>
              <a:rPr lang="en-US" b="1" dirty="0" err="1"/>
              <a:t>arkadaşının</a:t>
            </a:r>
            <a:r>
              <a:rPr lang="en-US" b="1" dirty="0"/>
              <a:t> </a:t>
            </a:r>
            <a:r>
              <a:rPr lang="en-US" b="1" dirty="0" err="1"/>
              <a:t>güvenliğini</a:t>
            </a:r>
            <a:r>
              <a:rPr lang="en-US" b="1" dirty="0"/>
              <a:t> </a:t>
            </a:r>
            <a:r>
              <a:rPr lang="en-US" b="1" dirty="0" err="1"/>
              <a:t>korumak</a:t>
            </a:r>
            <a:r>
              <a:rPr lang="en-US" b="1" dirty="0"/>
              <a:t>, </a:t>
            </a:r>
            <a:r>
              <a:rPr lang="en-US" b="1" dirty="0" err="1"/>
              <a:t>yardım</a:t>
            </a:r>
            <a:r>
              <a:rPr lang="en-US" b="1" dirty="0"/>
              <a:t> </a:t>
            </a:r>
            <a:r>
              <a:rPr lang="en-US" b="1" dirty="0" err="1"/>
              <a:t>istemeyi</a:t>
            </a:r>
            <a:r>
              <a:rPr lang="en-US" b="1" dirty="0"/>
              <a:t> </a:t>
            </a:r>
            <a:r>
              <a:rPr lang="en-US" b="1" dirty="0" err="1"/>
              <a:t>daha</a:t>
            </a:r>
            <a:r>
              <a:rPr lang="en-US" b="1" dirty="0"/>
              <a:t> </a:t>
            </a:r>
            <a:r>
              <a:rPr lang="en-US" b="1" dirty="0" err="1"/>
              <a:t>öncelikli</a:t>
            </a:r>
            <a:r>
              <a:rPr lang="en-US" b="1" dirty="0"/>
              <a:t> </a:t>
            </a:r>
            <a:r>
              <a:rPr lang="en-US" b="1" dirty="0" err="1"/>
              <a:t>hâle</a:t>
            </a:r>
            <a:r>
              <a:rPr lang="en-US" b="1" dirty="0"/>
              <a:t> </a:t>
            </a:r>
            <a:r>
              <a:rPr lang="en-US" b="1" dirty="0" err="1"/>
              <a:t>getirebilir</a:t>
            </a:r>
            <a:r>
              <a:rPr lang="en-US" b="1" dirty="0"/>
              <a:t>.</a:t>
            </a:r>
            <a:r>
              <a:rPr lang="en-US" dirty="0"/>
              <a:t> “</a:t>
            </a:r>
            <a:r>
              <a:rPr lang="en-US" dirty="0" err="1"/>
              <a:t>Neden</a:t>
            </a:r>
            <a:r>
              <a:rPr lang="en-US" dirty="0"/>
              <a:t> </a:t>
            </a:r>
            <a:r>
              <a:rPr lang="en-US" dirty="0" err="1"/>
              <a:t>yardım</a:t>
            </a:r>
            <a:r>
              <a:rPr lang="en-US" dirty="0"/>
              <a:t> </a:t>
            </a:r>
            <a:r>
              <a:rPr lang="en-US" dirty="0" err="1"/>
              <a:t>istedin</a:t>
            </a:r>
            <a:r>
              <a:rPr lang="en-US" dirty="0"/>
              <a:t>?” </a:t>
            </a:r>
            <a:r>
              <a:rPr lang="en-US" dirty="0" err="1"/>
              <a:t>sorusuna</a:t>
            </a:r>
            <a:r>
              <a:rPr lang="en-US" dirty="0"/>
              <a:t> “Zarar </a:t>
            </a:r>
            <a:r>
              <a:rPr lang="en-US" dirty="0" err="1"/>
              <a:t>görmesini</a:t>
            </a:r>
            <a:r>
              <a:rPr lang="en-US" dirty="0"/>
              <a:t> </a:t>
            </a:r>
            <a:r>
              <a:rPr lang="en-US" dirty="0" err="1"/>
              <a:t>önlemek</a:t>
            </a:r>
            <a:r>
              <a:rPr lang="en-US" dirty="0"/>
              <a:t> </a:t>
            </a:r>
            <a:r>
              <a:rPr lang="en-US" dirty="0" err="1"/>
              <a:t>için</a:t>
            </a:r>
            <a:r>
              <a:rPr lang="en-US" dirty="0"/>
              <a:t>.” </a:t>
            </a:r>
            <a:r>
              <a:rPr lang="en-US" dirty="0" err="1"/>
              <a:t>demesi</a:t>
            </a:r>
            <a:r>
              <a:rPr lang="en-US" dirty="0"/>
              <a:t>, </a:t>
            </a:r>
            <a:r>
              <a:rPr lang="en-US" dirty="0" err="1"/>
              <a:t>kararının</a:t>
            </a:r>
            <a:r>
              <a:rPr lang="en-US" dirty="0"/>
              <a:t> </a:t>
            </a:r>
            <a:r>
              <a:rPr lang="en-US" dirty="0" err="1"/>
              <a:t>gerekçesini</a:t>
            </a:r>
            <a:r>
              <a:rPr lang="en-US" dirty="0"/>
              <a:t> </a:t>
            </a:r>
            <a:r>
              <a:rPr lang="en-US" dirty="0" err="1"/>
              <a:t>görünür</a:t>
            </a:r>
            <a:r>
              <a:rPr lang="en-US" dirty="0"/>
              <a:t> </a:t>
            </a:r>
            <a:r>
              <a:rPr lang="en-US" dirty="0" err="1"/>
              <a:t>kılar</a:t>
            </a:r>
            <a:r>
              <a:rPr lang="en-US" dirty="0"/>
              <a:t>.</a:t>
            </a:r>
          </a:p>
          <a:p>
            <a:endParaRPr lang="en-US" dirty="0"/>
          </a:p>
        </p:txBody>
      </p:sp>
      <p:sp>
        <p:nvSpPr>
          <p:cNvPr id="4" name="Slide Number Placeholder 3">
            <a:extLst>
              <a:ext uri="{FF2B5EF4-FFF2-40B4-BE49-F238E27FC236}">
                <a16:creationId xmlns:a16="http://schemas.microsoft.com/office/drawing/2014/main" id="{56A88799-379D-B565-BFAA-EAD686ED583B}"/>
              </a:ext>
            </a:extLst>
          </p:cNvPr>
          <p:cNvSpPr>
            <a:spLocks noGrp="1"/>
          </p:cNvSpPr>
          <p:nvPr>
            <p:ph type="sldNum" idx="10"/>
          </p:nvPr>
        </p:nvSpPr>
        <p:spPr/>
        <p:txBody>
          <a:bodyPr/>
          <a:lstStyle/>
          <a:p>
            <a:fld id="{48F63A3B-78C7-47BE-AE5E-E10140E04643}" type="slidenum">
              <a:rPr lang="en-US" smtClean="0"/>
              <a:t>35</a:t>
            </a:fld>
            <a:endParaRPr lang="en-US"/>
          </a:p>
        </p:txBody>
      </p:sp>
    </p:spTree>
    <p:extLst>
      <p:ext uri="{BB962C8B-B14F-4D97-AF65-F5344CB8AC3E}">
        <p14:creationId xmlns:p14="http://schemas.microsoft.com/office/powerpoint/2010/main" val="2711504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Söylenen değer ve yaşanan davranış</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Bir grup eşitliği savunurken bazı kişilere daha az söz verebilir.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Bu durum, savunulan değer ile uygulama arasında fark olduğunu gösterir.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Sosyoloji hem insanların söylediklerini hem yaptıklarını inceler.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Soru: Bir sınıfta eşit katılımı hangi davranışlardan anlayabiliriz?</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5FEBBBCE-9E16-527A-0EE3-E5839422D847}" type="slidenum">
              <a:rPr/>
              <a:t>36</a:t>
            </a:fld>
            <a:endParaRPr/>
          </a:p>
        </p:txBody>
      </p:sp>
    </p:spTree>
    <p:extLst>
      <p:ext uri="{BB962C8B-B14F-4D97-AF65-F5344CB8AC3E}">
        <p14:creationId xmlns:p14="http://schemas.microsoft.com/office/powerpoint/2010/main" val="32092115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Bu kavramları nasıl öğreniriz?</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Toplumsallaşma, toplum içindeki yaşamı öğrenme sürecidir.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Aile, okul, arkadaş grupları ve medya bu sürece katılır.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Davranışları gözlemler, taklit eder ve verilen tepkilerden öğreniriz.</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Öğrenme yaşam boyunca sürer. İnsanlar öğrendiklerini sorgulayabilir ve değiştirebilir.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D172A7C5-A0CC-7B36-F236-345181E6AD72}" type="slidenum">
              <a:rPr/>
              <a:t>37</a:t>
            </a:fld>
            <a:endParaRPr/>
          </a:p>
        </p:txBody>
      </p:sp>
    </p:spTree>
    <p:extLst>
      <p:ext uri="{BB962C8B-B14F-4D97-AF65-F5344CB8AC3E}">
        <p14:creationId xmlns:p14="http://schemas.microsoft.com/office/powerpoint/2010/main" val="32092115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Okulda norm ve değer aktarımı</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Okul, ders içerikleri kadar günlük uygulamalarla da beklentileri öğretir.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Söz hakkı verme biçimi, adalet ve saygı konusunda mesaj taşır.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Grup çalışmalarındaki görev paylaşımı, sorumluluk ve dayanışmayla ilişkilidir.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Öğrenciler yetişkinlerin söyledikleri ile yaptıkları arasındaki ilişkiyi gözlemler.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66C3428B-053E-6B4E-39FF-75B44F3F33F6}" type="slidenum">
              <a:rPr/>
              <a:t>38</a:t>
            </a:fld>
            <a:endParaRPr/>
          </a:p>
        </p:txBody>
      </p:sp>
    </p:spTree>
    <p:extLst>
      <p:ext uri="{BB962C8B-B14F-4D97-AF65-F5344CB8AC3E}">
        <p14:creationId xmlns:p14="http://schemas.microsoft.com/office/powerpoint/2010/main" val="3209211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Toplumsal kontrol</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Toplumsal kontrol, normlara uyumu destekleyen süreç ve tepkileri kapsar.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Dıştan kontrol: Başkalarının uyarısı veya kurumun yaptırımı.</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İçten kontrol: Kişinin benimsediği ilkeye göre kendini yönlendirmesi.</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Örnek: Kimse görmese de ortak kullanılan eşyayı özenle kullanmak.</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59F9B2FD-F323-2D0A-D581-D6E61055F9A8}" type="slidenum">
              <a:rPr/>
              <a:t>39</a:t>
            </a:fld>
            <a:endParaRPr/>
          </a:p>
        </p:txBody>
      </p:sp>
    </p:spTree>
    <p:extLst>
      <p:ext uri="{BB962C8B-B14F-4D97-AF65-F5344CB8AC3E}">
        <p14:creationId xmlns:p14="http://schemas.microsoft.com/office/powerpoint/2010/main" val="32092115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err="1">
                <a:solidFill>
                  <a:srgbClr val="252B87"/>
                </a:solidFill>
                <a:latin typeface="Arial"/>
                <a:ea typeface="Arial"/>
                <a:cs typeface="Arial"/>
              </a:rPr>
              <a:t>Sosyal</a:t>
            </a:r>
            <a:r>
              <a:rPr sz="1950" b="1" dirty="0">
                <a:solidFill>
                  <a:srgbClr val="252B87"/>
                </a:solidFill>
                <a:latin typeface="Arial"/>
                <a:ea typeface="Arial"/>
                <a:cs typeface="Arial"/>
              </a:rPr>
              <a:t> </a:t>
            </a:r>
            <a:r>
              <a:rPr sz="1950" b="1" dirty="0" err="1">
                <a:solidFill>
                  <a:srgbClr val="252B87"/>
                </a:solidFill>
                <a:latin typeface="Arial"/>
                <a:ea typeface="Arial"/>
                <a:cs typeface="Arial"/>
              </a:rPr>
              <a:t>medya</a:t>
            </a:r>
            <a:r>
              <a:rPr sz="1950" b="1" dirty="0">
                <a:solidFill>
                  <a:srgbClr val="252B87"/>
                </a:solidFill>
                <a:latin typeface="Arial"/>
                <a:ea typeface="Arial"/>
                <a:cs typeface="Arial"/>
              </a:rPr>
              <a:t> </a:t>
            </a:r>
            <a:r>
              <a:rPr sz="1950" b="1" dirty="0" err="1">
                <a:solidFill>
                  <a:srgbClr val="252B87"/>
                </a:solidFill>
                <a:latin typeface="Arial"/>
                <a:ea typeface="Arial"/>
                <a:cs typeface="Arial"/>
              </a:rPr>
              <a:t>örneği</a:t>
            </a:r>
            <a:endParaRPr sz="1950" b="1"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lang="tr-TR" dirty="0"/>
              <a:t>Mahir</a:t>
            </a:r>
            <a:r>
              <a:rPr sz="1950" dirty="0">
                <a:solidFill>
                  <a:srgbClr val="252B87"/>
                </a:solidFill>
                <a:latin typeface="Arial"/>
                <a:ea typeface="Arial"/>
                <a:cs typeface="Arial"/>
              </a:rPr>
              <a:t>, </a:t>
            </a:r>
            <a:r>
              <a:rPr sz="1950" dirty="0" err="1">
                <a:solidFill>
                  <a:srgbClr val="252B87"/>
                </a:solidFill>
                <a:latin typeface="Arial"/>
                <a:ea typeface="Arial"/>
                <a:cs typeface="Arial"/>
              </a:rPr>
              <a:t>sınıf</a:t>
            </a:r>
            <a:r>
              <a:rPr sz="1950" dirty="0">
                <a:solidFill>
                  <a:srgbClr val="252B87"/>
                </a:solidFill>
                <a:latin typeface="Arial"/>
                <a:ea typeface="Arial"/>
                <a:cs typeface="Arial"/>
              </a:rPr>
              <a:t> </a:t>
            </a:r>
            <a:r>
              <a:rPr sz="1950" dirty="0" err="1">
                <a:solidFill>
                  <a:srgbClr val="252B87"/>
                </a:solidFill>
                <a:latin typeface="Arial"/>
                <a:ea typeface="Arial"/>
                <a:cs typeface="Arial"/>
              </a:rPr>
              <a:t>temsilcisi</a:t>
            </a:r>
            <a:r>
              <a:rPr sz="1950" dirty="0">
                <a:solidFill>
                  <a:srgbClr val="252B87"/>
                </a:solidFill>
                <a:latin typeface="Arial"/>
                <a:ea typeface="Arial"/>
                <a:cs typeface="Arial"/>
              </a:rPr>
              <a:t> </a:t>
            </a:r>
            <a:r>
              <a:rPr sz="1950" dirty="0" err="1">
                <a:solidFill>
                  <a:srgbClr val="252B87"/>
                </a:solidFill>
                <a:latin typeface="Arial"/>
                <a:ea typeface="Arial"/>
                <a:cs typeface="Arial"/>
              </a:rPr>
              <a:t>olarak</a:t>
            </a:r>
            <a:r>
              <a:rPr sz="1950" dirty="0">
                <a:solidFill>
                  <a:srgbClr val="252B87"/>
                </a:solidFill>
                <a:latin typeface="Arial"/>
                <a:ea typeface="Arial"/>
                <a:cs typeface="Arial"/>
              </a:rPr>
              <a:t> </a:t>
            </a:r>
            <a:r>
              <a:rPr sz="1950" dirty="0" err="1">
                <a:solidFill>
                  <a:srgbClr val="252B87"/>
                </a:solidFill>
                <a:latin typeface="Arial"/>
                <a:ea typeface="Arial"/>
                <a:cs typeface="Arial"/>
              </a:rPr>
              <a:t>ders</a:t>
            </a:r>
            <a:r>
              <a:rPr sz="1950" dirty="0">
                <a:solidFill>
                  <a:srgbClr val="252B87"/>
                </a:solidFill>
                <a:latin typeface="Arial"/>
                <a:ea typeface="Arial"/>
                <a:cs typeface="Arial"/>
              </a:rPr>
              <a:t> </a:t>
            </a:r>
            <a:r>
              <a:rPr sz="1950" dirty="0" err="1">
                <a:solidFill>
                  <a:srgbClr val="252B87"/>
                </a:solidFill>
                <a:latin typeface="Arial"/>
                <a:ea typeface="Arial"/>
                <a:cs typeface="Arial"/>
              </a:rPr>
              <a:t>grubunu</a:t>
            </a:r>
            <a:r>
              <a:rPr sz="1950" dirty="0">
                <a:solidFill>
                  <a:srgbClr val="252B87"/>
                </a:solidFill>
                <a:latin typeface="Arial"/>
                <a:ea typeface="Arial"/>
                <a:cs typeface="Arial"/>
              </a:rPr>
              <a:t> </a:t>
            </a:r>
            <a:r>
              <a:rPr sz="1950" dirty="0" err="1">
                <a:solidFill>
                  <a:srgbClr val="252B87"/>
                </a:solidFill>
                <a:latin typeface="Arial"/>
                <a:ea typeface="Arial"/>
                <a:cs typeface="Arial"/>
              </a:rPr>
              <a:t>yönetiyor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Bir </a:t>
            </a:r>
            <a:r>
              <a:rPr sz="1950" dirty="0" err="1">
                <a:solidFill>
                  <a:srgbClr val="252B87"/>
                </a:solidFill>
                <a:latin typeface="Arial"/>
                <a:ea typeface="Arial"/>
                <a:cs typeface="Arial"/>
              </a:rPr>
              <a:t>arkadaşı</a:t>
            </a:r>
            <a:r>
              <a:rPr sz="1950" dirty="0">
                <a:solidFill>
                  <a:srgbClr val="252B87"/>
                </a:solidFill>
                <a:latin typeface="Arial"/>
                <a:ea typeface="Arial"/>
                <a:cs typeface="Arial"/>
              </a:rPr>
              <a:t> </a:t>
            </a:r>
            <a:r>
              <a:rPr sz="1950" dirty="0" err="1">
                <a:solidFill>
                  <a:srgbClr val="252B87"/>
                </a:solidFill>
                <a:latin typeface="Arial"/>
                <a:ea typeface="Arial"/>
                <a:cs typeface="Arial"/>
              </a:rPr>
              <a:t>başkasını</a:t>
            </a:r>
            <a:r>
              <a:rPr sz="1950" dirty="0">
                <a:solidFill>
                  <a:srgbClr val="252B87"/>
                </a:solidFill>
                <a:latin typeface="Arial"/>
                <a:ea typeface="Arial"/>
                <a:cs typeface="Arial"/>
              </a:rPr>
              <a:t> </a:t>
            </a:r>
            <a:r>
              <a:rPr sz="1950" dirty="0" err="1">
                <a:solidFill>
                  <a:srgbClr val="252B87"/>
                </a:solidFill>
                <a:latin typeface="Arial"/>
                <a:ea typeface="Arial"/>
                <a:cs typeface="Arial"/>
              </a:rPr>
              <a:t>küçümseyen</a:t>
            </a:r>
            <a:r>
              <a:rPr sz="1950" dirty="0">
                <a:solidFill>
                  <a:srgbClr val="252B87"/>
                </a:solidFill>
                <a:latin typeface="Arial"/>
                <a:ea typeface="Arial"/>
                <a:cs typeface="Arial"/>
              </a:rPr>
              <a:t> </a:t>
            </a:r>
            <a:r>
              <a:rPr sz="1950" dirty="0" err="1">
                <a:solidFill>
                  <a:srgbClr val="252B87"/>
                </a:solidFill>
                <a:latin typeface="Arial"/>
                <a:ea typeface="Arial"/>
                <a:cs typeface="Arial"/>
              </a:rPr>
              <a:t>bir</a:t>
            </a:r>
            <a:r>
              <a:rPr sz="1950" dirty="0">
                <a:solidFill>
                  <a:srgbClr val="252B87"/>
                </a:solidFill>
                <a:latin typeface="Arial"/>
                <a:ea typeface="Arial"/>
                <a:cs typeface="Arial"/>
              </a:rPr>
              <a:t> </a:t>
            </a:r>
            <a:r>
              <a:rPr sz="1950" dirty="0" err="1">
                <a:solidFill>
                  <a:srgbClr val="252B87"/>
                </a:solidFill>
                <a:latin typeface="Arial"/>
                <a:ea typeface="Arial"/>
                <a:cs typeface="Arial"/>
              </a:rPr>
              <a:t>paylaşım</a:t>
            </a:r>
            <a:r>
              <a:rPr sz="1950" dirty="0">
                <a:solidFill>
                  <a:srgbClr val="252B87"/>
                </a:solidFill>
                <a:latin typeface="Arial"/>
                <a:ea typeface="Arial"/>
                <a:cs typeface="Arial"/>
              </a:rPr>
              <a:t> </a:t>
            </a:r>
            <a:r>
              <a:rPr sz="1950" dirty="0" err="1">
                <a:solidFill>
                  <a:srgbClr val="252B87"/>
                </a:solidFill>
                <a:latin typeface="Arial"/>
                <a:ea typeface="Arial"/>
                <a:cs typeface="Arial"/>
              </a:rPr>
              <a:t>yapıyor</a:t>
            </a:r>
            <a:r>
              <a:rPr sz="1950" dirty="0">
                <a:solidFill>
                  <a:srgbClr val="252B87"/>
                </a:solidFill>
                <a:latin typeface="Arial"/>
                <a:ea typeface="Arial"/>
                <a:cs typeface="Arial"/>
              </a:rPr>
              <a:t> </a:t>
            </a:r>
            <a:r>
              <a:rPr sz="1950" dirty="0" err="1">
                <a:solidFill>
                  <a:srgbClr val="252B87"/>
                </a:solidFill>
                <a:latin typeface="Arial"/>
                <a:ea typeface="Arial"/>
                <a:cs typeface="Arial"/>
              </a:rPr>
              <a:t>ve</a:t>
            </a:r>
            <a:r>
              <a:rPr sz="1950" dirty="0">
                <a:solidFill>
                  <a:srgbClr val="252B87"/>
                </a:solidFill>
                <a:latin typeface="Arial"/>
                <a:ea typeface="Arial"/>
                <a:cs typeface="Arial"/>
              </a:rPr>
              <a:t> </a:t>
            </a:r>
            <a:r>
              <a:rPr lang="tr-TR" dirty="0"/>
              <a:t>Mahir</a:t>
            </a:r>
            <a:r>
              <a:rPr sz="1950" dirty="0">
                <a:solidFill>
                  <a:srgbClr val="252B87"/>
                </a:solidFill>
                <a:latin typeface="Arial"/>
                <a:ea typeface="Arial"/>
                <a:cs typeface="Arial"/>
              </a:rPr>
              <a:t>’den </a:t>
            </a:r>
            <a:r>
              <a:rPr sz="1950" dirty="0" err="1">
                <a:solidFill>
                  <a:srgbClr val="252B87"/>
                </a:solidFill>
                <a:latin typeface="Arial"/>
                <a:ea typeface="Arial"/>
                <a:cs typeface="Arial"/>
              </a:rPr>
              <a:t>silmemesini</a:t>
            </a:r>
            <a:r>
              <a:rPr sz="1950" dirty="0">
                <a:solidFill>
                  <a:srgbClr val="252B87"/>
                </a:solidFill>
                <a:latin typeface="Arial"/>
                <a:ea typeface="Arial"/>
                <a:cs typeface="Arial"/>
              </a:rPr>
              <a:t> </a:t>
            </a:r>
            <a:r>
              <a:rPr sz="1950" dirty="0" err="1">
                <a:solidFill>
                  <a:srgbClr val="252B87"/>
                </a:solidFill>
                <a:latin typeface="Arial"/>
                <a:ea typeface="Arial"/>
                <a:cs typeface="Arial"/>
              </a:rPr>
              <a:t>istiyor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Arkadaşlık</a:t>
            </a:r>
            <a:r>
              <a:rPr sz="1950" dirty="0">
                <a:solidFill>
                  <a:srgbClr val="252B87"/>
                </a:solidFill>
                <a:latin typeface="Arial"/>
                <a:ea typeface="Arial"/>
                <a:cs typeface="Arial"/>
              </a:rPr>
              <a:t> </a:t>
            </a:r>
            <a:r>
              <a:rPr sz="1950" dirty="0" err="1">
                <a:solidFill>
                  <a:srgbClr val="252B87"/>
                </a:solidFill>
                <a:latin typeface="Arial"/>
                <a:ea typeface="Arial"/>
                <a:cs typeface="Arial"/>
              </a:rPr>
              <a:t>beklentisi</a:t>
            </a:r>
            <a:r>
              <a:rPr sz="1950" dirty="0">
                <a:solidFill>
                  <a:srgbClr val="252B87"/>
                </a:solidFill>
                <a:latin typeface="Arial"/>
                <a:ea typeface="Arial"/>
                <a:cs typeface="Arial"/>
              </a:rPr>
              <a:t> </a:t>
            </a:r>
            <a:r>
              <a:rPr sz="1950" dirty="0" err="1">
                <a:solidFill>
                  <a:srgbClr val="252B87"/>
                </a:solidFill>
                <a:latin typeface="Arial"/>
                <a:ea typeface="Arial"/>
                <a:cs typeface="Arial"/>
              </a:rPr>
              <a:t>ile</a:t>
            </a:r>
            <a:r>
              <a:rPr sz="1950" dirty="0">
                <a:solidFill>
                  <a:srgbClr val="252B87"/>
                </a:solidFill>
                <a:latin typeface="Arial"/>
                <a:ea typeface="Arial"/>
                <a:cs typeface="Arial"/>
              </a:rPr>
              <a:t> </a:t>
            </a:r>
            <a:r>
              <a:rPr sz="1950" dirty="0" err="1">
                <a:solidFill>
                  <a:srgbClr val="252B87"/>
                </a:solidFill>
                <a:latin typeface="Arial"/>
                <a:ea typeface="Arial"/>
                <a:cs typeface="Arial"/>
              </a:rPr>
              <a:t>temsilcilik</a:t>
            </a:r>
            <a:r>
              <a:rPr sz="1950" dirty="0">
                <a:solidFill>
                  <a:srgbClr val="252B87"/>
                </a:solidFill>
                <a:latin typeface="Arial"/>
                <a:ea typeface="Arial"/>
                <a:cs typeface="Arial"/>
              </a:rPr>
              <a:t> </a:t>
            </a:r>
            <a:r>
              <a:rPr sz="1950" dirty="0" err="1">
                <a:solidFill>
                  <a:srgbClr val="252B87"/>
                </a:solidFill>
                <a:latin typeface="Arial"/>
                <a:ea typeface="Arial"/>
                <a:cs typeface="Arial"/>
              </a:rPr>
              <a:t>sorumluluğu</a:t>
            </a:r>
            <a:r>
              <a:rPr sz="1950" dirty="0">
                <a:solidFill>
                  <a:srgbClr val="252B87"/>
                </a:solidFill>
                <a:latin typeface="Arial"/>
                <a:ea typeface="Arial"/>
                <a:cs typeface="Arial"/>
              </a:rPr>
              <a:t> </a:t>
            </a:r>
            <a:r>
              <a:rPr sz="1950" dirty="0" err="1">
                <a:solidFill>
                  <a:srgbClr val="252B87"/>
                </a:solidFill>
                <a:latin typeface="Arial"/>
                <a:ea typeface="Arial"/>
                <a:cs typeface="Arial"/>
              </a:rPr>
              <a:t>çatışabilir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Hangi </a:t>
            </a:r>
            <a:r>
              <a:rPr sz="1950" dirty="0" err="1">
                <a:solidFill>
                  <a:srgbClr val="252B87"/>
                </a:solidFill>
                <a:latin typeface="Arial"/>
                <a:ea typeface="Arial"/>
                <a:cs typeface="Arial"/>
              </a:rPr>
              <a:t>normlar</a:t>
            </a:r>
            <a:r>
              <a:rPr sz="1950" dirty="0">
                <a:solidFill>
                  <a:srgbClr val="252B87"/>
                </a:solidFill>
                <a:latin typeface="Arial"/>
                <a:ea typeface="Arial"/>
                <a:cs typeface="Arial"/>
              </a:rPr>
              <a:t> </a:t>
            </a:r>
            <a:r>
              <a:rPr sz="1950" dirty="0" err="1">
                <a:solidFill>
                  <a:srgbClr val="252B87"/>
                </a:solidFill>
                <a:latin typeface="Arial"/>
                <a:ea typeface="Arial"/>
                <a:cs typeface="Arial"/>
              </a:rPr>
              <a:t>ve</a:t>
            </a:r>
            <a:r>
              <a:rPr sz="1950" dirty="0">
                <a:solidFill>
                  <a:srgbClr val="252B87"/>
                </a:solidFill>
                <a:latin typeface="Arial"/>
                <a:ea typeface="Arial"/>
                <a:cs typeface="Arial"/>
              </a:rPr>
              <a:t> </a:t>
            </a:r>
            <a:r>
              <a:rPr sz="1950" dirty="0" err="1">
                <a:solidFill>
                  <a:srgbClr val="252B87"/>
                </a:solidFill>
                <a:latin typeface="Arial"/>
                <a:ea typeface="Arial"/>
                <a:cs typeface="Arial"/>
              </a:rPr>
              <a:t>değerler</a:t>
            </a:r>
            <a:r>
              <a:rPr sz="1950" dirty="0">
                <a:solidFill>
                  <a:srgbClr val="252B87"/>
                </a:solidFill>
                <a:latin typeface="Arial"/>
                <a:ea typeface="Arial"/>
                <a:cs typeface="Arial"/>
              </a:rPr>
              <a:t> </a:t>
            </a:r>
            <a:r>
              <a:rPr sz="1950" dirty="0" err="1">
                <a:solidFill>
                  <a:srgbClr val="252B87"/>
                </a:solidFill>
                <a:latin typeface="Arial"/>
                <a:ea typeface="Arial"/>
                <a:cs typeface="Arial"/>
              </a:rPr>
              <a:t>bu</a:t>
            </a:r>
            <a:r>
              <a:rPr sz="1950" dirty="0">
                <a:solidFill>
                  <a:srgbClr val="252B87"/>
                </a:solidFill>
                <a:latin typeface="Arial"/>
                <a:ea typeface="Arial"/>
                <a:cs typeface="Arial"/>
              </a:rPr>
              <a:t> </a:t>
            </a:r>
            <a:r>
              <a:rPr sz="1950" dirty="0" err="1">
                <a:solidFill>
                  <a:srgbClr val="252B87"/>
                </a:solidFill>
                <a:latin typeface="Arial"/>
                <a:ea typeface="Arial"/>
                <a:cs typeface="Arial"/>
              </a:rPr>
              <a:t>kararda</a:t>
            </a:r>
            <a:r>
              <a:rPr sz="1950" dirty="0">
                <a:solidFill>
                  <a:srgbClr val="252B87"/>
                </a:solidFill>
                <a:latin typeface="Arial"/>
                <a:ea typeface="Arial"/>
                <a:cs typeface="Arial"/>
              </a:rPr>
              <a:t> </a:t>
            </a:r>
            <a:r>
              <a:rPr sz="1950" dirty="0" err="1">
                <a:solidFill>
                  <a:srgbClr val="252B87"/>
                </a:solidFill>
                <a:latin typeface="Arial"/>
                <a:ea typeface="Arial"/>
                <a:cs typeface="Arial"/>
              </a:rPr>
              <a:t>etkili</a:t>
            </a:r>
            <a:r>
              <a:rPr sz="1950" dirty="0">
                <a:solidFill>
                  <a:srgbClr val="252B87"/>
                </a:solidFill>
                <a:latin typeface="Arial"/>
                <a:ea typeface="Arial"/>
                <a:cs typeface="Arial"/>
              </a:rPr>
              <a:t> </a:t>
            </a:r>
            <a:r>
              <a:rPr sz="1950" dirty="0" err="1">
                <a:solidFill>
                  <a:srgbClr val="252B87"/>
                </a:solidFill>
                <a:latin typeface="Arial"/>
                <a:ea typeface="Arial"/>
                <a:cs typeface="Arial"/>
              </a:rPr>
              <a:t>olur</a:t>
            </a:r>
            <a:r>
              <a:rPr sz="1950" dirty="0">
                <a:solidFill>
                  <a:srgbClr val="252B87"/>
                </a:solidFill>
                <a:latin typeface="Arial"/>
                <a:ea typeface="Arial"/>
                <a:cs typeface="Arial"/>
              </a:rPr>
              <a:t>?</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D6C2EC43-E3B9-C9B0-67FF-5447EB7F3925}" type="slidenum">
              <a:rPr/>
              <a:t>40</a:t>
            </a:fld>
            <a:endParaRPr/>
          </a:p>
        </p:txBody>
      </p:sp>
    </p:spTree>
    <p:extLst>
      <p:ext uri="{BB962C8B-B14F-4D97-AF65-F5344CB8AC3E}">
        <p14:creationId xmlns:p14="http://schemas.microsoft.com/office/powerpoint/2010/main" val="32092115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err="1">
                <a:solidFill>
                  <a:srgbClr val="252B87"/>
                </a:solidFill>
                <a:latin typeface="Arial"/>
                <a:ea typeface="Arial"/>
                <a:cs typeface="Arial"/>
              </a:rPr>
              <a:t>Dört</a:t>
            </a:r>
            <a:r>
              <a:rPr sz="1950" b="1" dirty="0">
                <a:solidFill>
                  <a:srgbClr val="252B87"/>
                </a:solidFill>
                <a:latin typeface="Arial"/>
                <a:ea typeface="Arial"/>
                <a:cs typeface="Arial"/>
              </a:rPr>
              <a:t> </a:t>
            </a:r>
            <a:r>
              <a:rPr sz="1950" b="1" dirty="0" err="1">
                <a:solidFill>
                  <a:srgbClr val="252B87"/>
                </a:solidFill>
                <a:latin typeface="Arial"/>
                <a:ea typeface="Arial"/>
                <a:cs typeface="Arial"/>
              </a:rPr>
              <a:t>kavramı</a:t>
            </a:r>
            <a:r>
              <a:rPr sz="1950" b="1" dirty="0">
                <a:solidFill>
                  <a:srgbClr val="252B87"/>
                </a:solidFill>
                <a:latin typeface="Arial"/>
                <a:ea typeface="Arial"/>
                <a:cs typeface="Arial"/>
              </a:rPr>
              <a:t> </a:t>
            </a:r>
            <a:r>
              <a:rPr sz="1950" b="1" dirty="0" err="1">
                <a:solidFill>
                  <a:srgbClr val="252B87"/>
                </a:solidFill>
                <a:latin typeface="Arial"/>
                <a:ea typeface="Arial"/>
                <a:cs typeface="Arial"/>
              </a:rPr>
              <a:t>birlikte</a:t>
            </a:r>
            <a:r>
              <a:rPr sz="1950" b="1" dirty="0">
                <a:solidFill>
                  <a:srgbClr val="252B87"/>
                </a:solidFill>
                <a:latin typeface="Arial"/>
                <a:ea typeface="Arial"/>
                <a:cs typeface="Arial"/>
              </a:rPr>
              <a:t> </a:t>
            </a:r>
            <a:r>
              <a:rPr sz="1950" b="1" dirty="0" err="1">
                <a:solidFill>
                  <a:srgbClr val="252B87"/>
                </a:solidFill>
                <a:latin typeface="Arial"/>
                <a:ea typeface="Arial"/>
                <a:cs typeface="Arial"/>
              </a:rPr>
              <a:t>kullanalım</a:t>
            </a:r>
            <a:endParaRPr sz="1950" b="1"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Statü</a:t>
            </a:r>
            <a:r>
              <a:rPr sz="1950" dirty="0">
                <a:solidFill>
                  <a:srgbClr val="252B87"/>
                </a:solidFill>
                <a:latin typeface="Arial"/>
                <a:ea typeface="Arial"/>
                <a:cs typeface="Arial"/>
              </a:rPr>
              <a:t>: </a:t>
            </a:r>
            <a:r>
              <a:rPr lang="tr-TR" dirty="0"/>
              <a:t>Mahir</a:t>
            </a:r>
            <a:r>
              <a:rPr sz="1950" dirty="0">
                <a:solidFill>
                  <a:srgbClr val="252B87"/>
                </a:solidFill>
                <a:latin typeface="Arial"/>
                <a:ea typeface="Arial"/>
                <a:cs typeface="Arial"/>
              </a:rPr>
              <a:t>’in </a:t>
            </a:r>
            <a:r>
              <a:rPr sz="1950" dirty="0" err="1">
                <a:solidFill>
                  <a:srgbClr val="252B87"/>
                </a:solidFill>
                <a:latin typeface="Arial"/>
                <a:ea typeface="Arial"/>
                <a:cs typeface="Arial"/>
              </a:rPr>
              <a:t>sınıf</a:t>
            </a:r>
            <a:r>
              <a:rPr sz="1950" dirty="0">
                <a:solidFill>
                  <a:srgbClr val="252B87"/>
                </a:solidFill>
                <a:latin typeface="Arial"/>
                <a:ea typeface="Arial"/>
                <a:cs typeface="Arial"/>
              </a:rPr>
              <a:t> </a:t>
            </a:r>
            <a:r>
              <a:rPr sz="1950" dirty="0" err="1">
                <a:solidFill>
                  <a:srgbClr val="252B87"/>
                </a:solidFill>
                <a:latin typeface="Arial"/>
                <a:ea typeface="Arial"/>
                <a:cs typeface="Arial"/>
              </a:rPr>
              <a:t>temsilcisi</a:t>
            </a:r>
            <a:r>
              <a:rPr sz="1950" dirty="0">
                <a:solidFill>
                  <a:srgbClr val="252B87"/>
                </a:solidFill>
                <a:latin typeface="Arial"/>
                <a:ea typeface="Arial"/>
                <a:cs typeface="Arial"/>
              </a:rPr>
              <a:t> </a:t>
            </a:r>
            <a:r>
              <a:rPr sz="1950" dirty="0" err="1">
                <a:solidFill>
                  <a:srgbClr val="252B87"/>
                </a:solidFill>
                <a:latin typeface="Arial"/>
                <a:ea typeface="Arial"/>
                <a:cs typeface="Arial"/>
              </a:rPr>
              <a:t>olması</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Rol: </a:t>
            </a:r>
            <a:r>
              <a:rPr sz="1950" dirty="0" err="1">
                <a:solidFill>
                  <a:srgbClr val="252B87"/>
                </a:solidFill>
                <a:latin typeface="Arial"/>
                <a:ea typeface="Arial"/>
                <a:cs typeface="Arial"/>
              </a:rPr>
              <a:t>Grup</a:t>
            </a:r>
            <a:r>
              <a:rPr sz="1950" dirty="0">
                <a:solidFill>
                  <a:srgbClr val="252B87"/>
                </a:solidFill>
                <a:latin typeface="Arial"/>
                <a:ea typeface="Arial"/>
                <a:cs typeface="Arial"/>
              </a:rPr>
              <a:t> </a:t>
            </a:r>
            <a:r>
              <a:rPr sz="1950" dirty="0" err="1">
                <a:solidFill>
                  <a:srgbClr val="252B87"/>
                </a:solidFill>
                <a:latin typeface="Arial"/>
                <a:ea typeface="Arial"/>
                <a:cs typeface="Arial"/>
              </a:rPr>
              <a:t>iletişimini</a:t>
            </a:r>
            <a:r>
              <a:rPr sz="1950" dirty="0">
                <a:solidFill>
                  <a:srgbClr val="252B87"/>
                </a:solidFill>
                <a:latin typeface="Arial"/>
                <a:ea typeface="Arial"/>
                <a:cs typeface="Arial"/>
              </a:rPr>
              <a:t> </a:t>
            </a:r>
            <a:r>
              <a:rPr sz="1950" dirty="0" err="1">
                <a:solidFill>
                  <a:srgbClr val="252B87"/>
                </a:solidFill>
                <a:latin typeface="Arial"/>
                <a:ea typeface="Arial"/>
                <a:cs typeface="Arial"/>
              </a:rPr>
              <a:t>adil</a:t>
            </a:r>
            <a:r>
              <a:rPr sz="1950" dirty="0">
                <a:solidFill>
                  <a:srgbClr val="252B87"/>
                </a:solidFill>
                <a:latin typeface="Arial"/>
                <a:ea typeface="Arial"/>
                <a:cs typeface="Arial"/>
              </a:rPr>
              <a:t> </a:t>
            </a:r>
            <a:r>
              <a:rPr sz="1950" dirty="0" err="1">
                <a:solidFill>
                  <a:srgbClr val="252B87"/>
                </a:solidFill>
                <a:latin typeface="Arial"/>
                <a:ea typeface="Arial"/>
                <a:cs typeface="Arial"/>
              </a:rPr>
              <a:t>biçimde</a:t>
            </a:r>
            <a:r>
              <a:rPr sz="1950" dirty="0">
                <a:solidFill>
                  <a:srgbClr val="252B87"/>
                </a:solidFill>
                <a:latin typeface="Arial"/>
                <a:ea typeface="Arial"/>
                <a:cs typeface="Arial"/>
              </a:rPr>
              <a:t> </a:t>
            </a:r>
            <a:r>
              <a:rPr sz="1950" dirty="0" err="1">
                <a:solidFill>
                  <a:srgbClr val="252B87"/>
                </a:solidFill>
                <a:latin typeface="Arial"/>
                <a:ea typeface="Arial"/>
                <a:cs typeface="Arial"/>
              </a:rPr>
              <a:t>yürütmesinin</a:t>
            </a:r>
            <a:r>
              <a:rPr sz="1950" dirty="0">
                <a:solidFill>
                  <a:srgbClr val="252B87"/>
                </a:solidFill>
                <a:latin typeface="Arial"/>
                <a:ea typeface="Arial"/>
                <a:cs typeface="Arial"/>
              </a:rPr>
              <a:t> </a:t>
            </a:r>
            <a:r>
              <a:rPr sz="1950" dirty="0" err="1">
                <a:solidFill>
                  <a:srgbClr val="252B87"/>
                </a:solidFill>
                <a:latin typeface="Arial"/>
                <a:ea typeface="Arial"/>
                <a:cs typeface="Arial"/>
              </a:rPr>
              <a:t>beklenmesi</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Norm: </a:t>
            </a:r>
            <a:r>
              <a:rPr sz="1950" dirty="0" err="1">
                <a:solidFill>
                  <a:srgbClr val="252B87"/>
                </a:solidFill>
                <a:latin typeface="Arial"/>
                <a:ea typeface="Arial"/>
                <a:cs typeface="Arial"/>
              </a:rPr>
              <a:t>Grup</a:t>
            </a:r>
            <a:r>
              <a:rPr sz="1950" dirty="0">
                <a:solidFill>
                  <a:srgbClr val="252B87"/>
                </a:solidFill>
                <a:latin typeface="Arial"/>
                <a:ea typeface="Arial"/>
                <a:cs typeface="Arial"/>
              </a:rPr>
              <a:t> </a:t>
            </a:r>
            <a:r>
              <a:rPr sz="1950" dirty="0" err="1">
                <a:solidFill>
                  <a:srgbClr val="252B87"/>
                </a:solidFill>
                <a:latin typeface="Arial"/>
                <a:ea typeface="Arial"/>
                <a:cs typeface="Arial"/>
              </a:rPr>
              <a:t>üyelerini</a:t>
            </a:r>
            <a:r>
              <a:rPr sz="1950" dirty="0">
                <a:solidFill>
                  <a:srgbClr val="252B87"/>
                </a:solidFill>
                <a:latin typeface="Arial"/>
                <a:ea typeface="Arial"/>
                <a:cs typeface="Arial"/>
              </a:rPr>
              <a:t> </a:t>
            </a:r>
            <a:r>
              <a:rPr sz="1950" dirty="0" err="1">
                <a:solidFill>
                  <a:srgbClr val="252B87"/>
                </a:solidFill>
                <a:latin typeface="Arial"/>
                <a:ea typeface="Arial"/>
                <a:cs typeface="Arial"/>
              </a:rPr>
              <a:t>aşağılayan</a:t>
            </a:r>
            <a:r>
              <a:rPr sz="1950" dirty="0">
                <a:solidFill>
                  <a:srgbClr val="252B87"/>
                </a:solidFill>
                <a:latin typeface="Arial"/>
                <a:ea typeface="Arial"/>
                <a:cs typeface="Arial"/>
              </a:rPr>
              <a:t> </a:t>
            </a:r>
            <a:r>
              <a:rPr sz="1950" dirty="0" err="1">
                <a:solidFill>
                  <a:srgbClr val="252B87"/>
                </a:solidFill>
                <a:latin typeface="Arial"/>
                <a:ea typeface="Arial"/>
                <a:cs typeface="Arial"/>
              </a:rPr>
              <a:t>paylaşımlar</a:t>
            </a:r>
            <a:r>
              <a:rPr sz="1950" dirty="0">
                <a:solidFill>
                  <a:srgbClr val="252B87"/>
                </a:solidFill>
                <a:latin typeface="Arial"/>
                <a:ea typeface="Arial"/>
                <a:cs typeface="Arial"/>
              </a:rPr>
              <a:t> </a:t>
            </a:r>
            <a:r>
              <a:rPr sz="1950" dirty="0" err="1">
                <a:solidFill>
                  <a:srgbClr val="252B87"/>
                </a:solidFill>
                <a:latin typeface="Arial"/>
                <a:ea typeface="Arial"/>
                <a:cs typeface="Arial"/>
              </a:rPr>
              <a:t>yapmamak</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Değer: </a:t>
            </a:r>
            <a:r>
              <a:rPr sz="1950" dirty="0" err="1">
                <a:solidFill>
                  <a:srgbClr val="252B87"/>
                </a:solidFill>
                <a:latin typeface="Arial"/>
                <a:ea typeface="Arial"/>
                <a:cs typeface="Arial"/>
              </a:rPr>
              <a:t>Saygı</a:t>
            </a:r>
            <a:r>
              <a:rPr sz="1950" dirty="0">
                <a:solidFill>
                  <a:srgbClr val="252B87"/>
                </a:solidFill>
                <a:latin typeface="Arial"/>
                <a:ea typeface="Arial"/>
                <a:cs typeface="Arial"/>
              </a:rPr>
              <a:t> </a:t>
            </a:r>
            <a:r>
              <a:rPr sz="1950" dirty="0" err="1">
                <a:solidFill>
                  <a:srgbClr val="252B87"/>
                </a:solidFill>
                <a:latin typeface="Arial"/>
                <a:ea typeface="Arial"/>
                <a:cs typeface="Arial"/>
              </a:rPr>
              <a:t>ve</a:t>
            </a:r>
            <a:r>
              <a:rPr sz="1950" dirty="0">
                <a:solidFill>
                  <a:srgbClr val="252B87"/>
                </a:solidFill>
                <a:latin typeface="Arial"/>
                <a:ea typeface="Arial"/>
                <a:cs typeface="Arial"/>
              </a:rPr>
              <a:t> </a:t>
            </a:r>
            <a:r>
              <a:rPr sz="1950" dirty="0" err="1">
                <a:solidFill>
                  <a:srgbClr val="252B87"/>
                </a:solidFill>
                <a:latin typeface="Arial"/>
                <a:ea typeface="Arial"/>
                <a:cs typeface="Arial"/>
              </a:rPr>
              <a:t>adalet</a:t>
            </a:r>
            <a:r>
              <a:rPr sz="1950" dirty="0">
                <a:solidFill>
                  <a:srgbClr val="252B87"/>
                </a:solidFill>
                <a:latin typeface="Arial"/>
                <a:ea typeface="Arial"/>
                <a:cs typeface="Arial"/>
              </a:rPr>
              <a:t>. </a:t>
            </a:r>
            <a:r>
              <a:rPr sz="1950" dirty="0" err="1">
                <a:solidFill>
                  <a:srgbClr val="252B87"/>
                </a:solidFill>
                <a:latin typeface="Arial"/>
                <a:ea typeface="Arial"/>
                <a:cs typeface="Arial"/>
              </a:rPr>
              <a:t>Kavramlar</a:t>
            </a:r>
            <a:r>
              <a:rPr sz="1950" dirty="0">
                <a:solidFill>
                  <a:srgbClr val="252B87"/>
                </a:solidFill>
                <a:latin typeface="Arial"/>
                <a:ea typeface="Arial"/>
                <a:cs typeface="Arial"/>
              </a:rPr>
              <a:t> </a:t>
            </a:r>
            <a:r>
              <a:rPr sz="1950" dirty="0" err="1">
                <a:solidFill>
                  <a:srgbClr val="252B87"/>
                </a:solidFill>
                <a:latin typeface="Arial"/>
                <a:ea typeface="Arial"/>
                <a:cs typeface="Arial"/>
              </a:rPr>
              <a:t>aynı</a:t>
            </a:r>
            <a:r>
              <a:rPr sz="1950" dirty="0">
                <a:solidFill>
                  <a:srgbClr val="252B87"/>
                </a:solidFill>
                <a:latin typeface="Arial"/>
                <a:ea typeface="Arial"/>
                <a:cs typeface="Arial"/>
              </a:rPr>
              <a:t> </a:t>
            </a:r>
            <a:r>
              <a:rPr sz="1950" dirty="0" err="1">
                <a:solidFill>
                  <a:srgbClr val="252B87"/>
                </a:solidFill>
                <a:latin typeface="Arial"/>
                <a:ea typeface="Arial"/>
                <a:cs typeface="Arial"/>
              </a:rPr>
              <a:t>olayın</a:t>
            </a:r>
            <a:r>
              <a:rPr sz="1950" dirty="0">
                <a:solidFill>
                  <a:srgbClr val="252B87"/>
                </a:solidFill>
                <a:latin typeface="Arial"/>
                <a:ea typeface="Arial"/>
                <a:cs typeface="Arial"/>
              </a:rPr>
              <a:t> </a:t>
            </a:r>
            <a:r>
              <a:rPr sz="1950" dirty="0" err="1">
                <a:solidFill>
                  <a:srgbClr val="252B87"/>
                </a:solidFill>
                <a:latin typeface="Arial"/>
                <a:ea typeface="Arial"/>
                <a:cs typeface="Arial"/>
              </a:rPr>
              <a:t>farklı</a:t>
            </a:r>
            <a:r>
              <a:rPr sz="1950" dirty="0">
                <a:solidFill>
                  <a:srgbClr val="252B87"/>
                </a:solidFill>
                <a:latin typeface="Arial"/>
                <a:ea typeface="Arial"/>
                <a:cs typeface="Arial"/>
              </a:rPr>
              <a:t> </a:t>
            </a:r>
            <a:r>
              <a:rPr sz="1950" dirty="0" err="1">
                <a:solidFill>
                  <a:srgbClr val="252B87"/>
                </a:solidFill>
                <a:latin typeface="Arial"/>
                <a:ea typeface="Arial"/>
                <a:cs typeface="Arial"/>
              </a:rPr>
              <a:t>yönlerini</a:t>
            </a:r>
            <a:r>
              <a:rPr sz="1950" dirty="0">
                <a:solidFill>
                  <a:srgbClr val="252B87"/>
                </a:solidFill>
                <a:latin typeface="Arial"/>
                <a:ea typeface="Arial"/>
                <a:cs typeface="Arial"/>
              </a:rPr>
              <a:t> </a:t>
            </a:r>
            <a:r>
              <a:rPr sz="1950" dirty="0" err="1">
                <a:solidFill>
                  <a:srgbClr val="252B87"/>
                </a:solidFill>
                <a:latin typeface="Arial"/>
                <a:ea typeface="Arial"/>
                <a:cs typeface="Arial"/>
              </a:rPr>
              <a:t>açıklar</a:t>
            </a:r>
            <a:r>
              <a:rPr sz="1950" dirty="0">
                <a:solidFill>
                  <a:srgbClr val="252B87"/>
                </a:solidFill>
                <a:latin typeface="Arial"/>
                <a:ea typeface="Arial"/>
                <a:cs typeface="Arial"/>
              </a:rPr>
              <a:t>.</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4A4FA566-8B12-6DD2-DDB5-FA6393938FB6}" type="slidenum">
              <a:rPr/>
              <a:t>41</a:t>
            </a:fld>
            <a:endParaRPr/>
          </a:p>
        </p:txBody>
      </p:sp>
    </p:spTree>
    <p:extLst>
      <p:ext uri="{BB962C8B-B14F-4D97-AF65-F5344CB8AC3E}">
        <p14:creationId xmlns:p14="http://schemas.microsoft.com/office/powerpoint/2010/main" val="3209211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dirty="0" err="1">
                <a:solidFill>
                  <a:srgbClr val="252B87"/>
                </a:solidFill>
                <a:latin typeface="Arial"/>
                <a:ea typeface="Arial"/>
                <a:cs typeface="Arial"/>
              </a:rPr>
              <a:t>Grup</a:t>
            </a:r>
            <a:r>
              <a:rPr sz="1950" b="1" dirty="0">
                <a:solidFill>
                  <a:srgbClr val="252B87"/>
                </a:solidFill>
                <a:latin typeface="Arial"/>
                <a:ea typeface="Arial"/>
                <a:cs typeface="Arial"/>
              </a:rPr>
              <a:t> </a:t>
            </a:r>
            <a:r>
              <a:rPr sz="1950" b="1" dirty="0" err="1">
                <a:solidFill>
                  <a:srgbClr val="252B87"/>
                </a:solidFill>
                <a:latin typeface="Arial"/>
                <a:ea typeface="Arial"/>
                <a:cs typeface="Arial"/>
              </a:rPr>
              <a:t>etkinliği</a:t>
            </a:r>
            <a:r>
              <a:rPr sz="1950" b="1" dirty="0">
                <a:solidFill>
                  <a:srgbClr val="252B87"/>
                </a:solidFill>
                <a:latin typeface="Arial"/>
                <a:ea typeface="Arial"/>
                <a:cs typeface="Arial"/>
              </a:rPr>
              <a:t>: </a:t>
            </a:r>
            <a:r>
              <a:rPr sz="1950" b="1" dirty="0" err="1">
                <a:solidFill>
                  <a:srgbClr val="252B87"/>
                </a:solidFill>
                <a:latin typeface="Arial"/>
                <a:ea typeface="Arial"/>
                <a:cs typeface="Arial"/>
              </a:rPr>
              <a:t>Kampüste</a:t>
            </a:r>
            <a:r>
              <a:rPr sz="1950" b="1" dirty="0">
                <a:solidFill>
                  <a:srgbClr val="252B87"/>
                </a:solidFill>
                <a:latin typeface="Arial"/>
                <a:ea typeface="Arial"/>
                <a:cs typeface="Arial"/>
              </a:rPr>
              <a:t> </a:t>
            </a:r>
            <a:r>
              <a:rPr sz="1950" b="1" dirty="0" err="1">
                <a:solidFill>
                  <a:srgbClr val="252B87"/>
                </a:solidFill>
                <a:latin typeface="Arial"/>
                <a:ea typeface="Arial"/>
                <a:cs typeface="Arial"/>
              </a:rPr>
              <a:t>ortak</a:t>
            </a:r>
            <a:r>
              <a:rPr sz="1950" b="1" dirty="0">
                <a:solidFill>
                  <a:srgbClr val="252B87"/>
                </a:solidFill>
                <a:latin typeface="Arial"/>
                <a:ea typeface="Arial"/>
                <a:cs typeface="Arial"/>
              </a:rPr>
              <a:t> </a:t>
            </a:r>
            <a:r>
              <a:rPr sz="1950" b="1" dirty="0" err="1">
                <a:solidFill>
                  <a:srgbClr val="252B87"/>
                </a:solidFill>
                <a:latin typeface="Arial"/>
                <a:ea typeface="Arial"/>
                <a:cs typeface="Arial"/>
              </a:rPr>
              <a:t>yaşam</a:t>
            </a:r>
            <a:endParaRPr sz="1950" b="1"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Olay: </a:t>
            </a:r>
            <a:r>
              <a:rPr sz="1950" dirty="0" err="1">
                <a:solidFill>
                  <a:srgbClr val="252B87"/>
                </a:solidFill>
                <a:latin typeface="Arial"/>
                <a:ea typeface="Arial"/>
                <a:cs typeface="Arial"/>
              </a:rPr>
              <a:t>Ortak</a:t>
            </a:r>
            <a:r>
              <a:rPr sz="1950" dirty="0">
                <a:solidFill>
                  <a:srgbClr val="252B87"/>
                </a:solidFill>
                <a:latin typeface="Arial"/>
                <a:ea typeface="Arial"/>
                <a:cs typeface="Arial"/>
              </a:rPr>
              <a:t> </a:t>
            </a:r>
            <a:r>
              <a:rPr sz="1950" dirty="0" err="1">
                <a:solidFill>
                  <a:srgbClr val="252B87"/>
                </a:solidFill>
                <a:latin typeface="Arial"/>
                <a:ea typeface="Arial"/>
                <a:cs typeface="Arial"/>
              </a:rPr>
              <a:t>ödevde</a:t>
            </a:r>
            <a:r>
              <a:rPr sz="1950" dirty="0">
                <a:solidFill>
                  <a:srgbClr val="252B87"/>
                </a:solidFill>
                <a:latin typeface="Arial"/>
                <a:ea typeface="Arial"/>
                <a:cs typeface="Arial"/>
              </a:rPr>
              <a:t> </a:t>
            </a:r>
            <a:r>
              <a:rPr sz="1950" dirty="0" err="1">
                <a:solidFill>
                  <a:srgbClr val="252B87"/>
                </a:solidFill>
                <a:latin typeface="Arial"/>
                <a:ea typeface="Arial"/>
                <a:cs typeface="Arial"/>
              </a:rPr>
              <a:t>bir</a:t>
            </a:r>
            <a:r>
              <a:rPr sz="1950" dirty="0">
                <a:solidFill>
                  <a:srgbClr val="252B87"/>
                </a:solidFill>
                <a:latin typeface="Arial"/>
                <a:ea typeface="Arial"/>
                <a:cs typeface="Arial"/>
              </a:rPr>
              <a:t> </a:t>
            </a:r>
            <a:r>
              <a:rPr sz="1950" dirty="0" err="1">
                <a:solidFill>
                  <a:srgbClr val="252B87"/>
                </a:solidFill>
                <a:latin typeface="Arial"/>
                <a:ea typeface="Arial"/>
                <a:cs typeface="Arial"/>
              </a:rPr>
              <a:t>öğrenci</a:t>
            </a:r>
            <a:r>
              <a:rPr sz="1950" dirty="0">
                <a:solidFill>
                  <a:srgbClr val="252B87"/>
                </a:solidFill>
                <a:latin typeface="Arial"/>
                <a:ea typeface="Arial"/>
                <a:cs typeface="Arial"/>
              </a:rPr>
              <a:t> </a:t>
            </a:r>
            <a:r>
              <a:rPr sz="1950" dirty="0" err="1">
                <a:solidFill>
                  <a:srgbClr val="252B87"/>
                </a:solidFill>
                <a:latin typeface="Arial"/>
                <a:ea typeface="Arial"/>
                <a:cs typeface="Arial"/>
              </a:rPr>
              <a:t>görevini</a:t>
            </a:r>
            <a:r>
              <a:rPr sz="1950" dirty="0">
                <a:solidFill>
                  <a:srgbClr val="252B87"/>
                </a:solidFill>
                <a:latin typeface="Arial"/>
                <a:ea typeface="Arial"/>
                <a:cs typeface="Arial"/>
              </a:rPr>
              <a:t> </a:t>
            </a:r>
            <a:r>
              <a:rPr sz="1950" dirty="0" err="1">
                <a:solidFill>
                  <a:srgbClr val="252B87"/>
                </a:solidFill>
                <a:latin typeface="Arial"/>
                <a:ea typeface="Arial"/>
                <a:cs typeface="Arial"/>
              </a:rPr>
              <a:t>yapmıyor</a:t>
            </a:r>
            <a:r>
              <a:rPr sz="1950" dirty="0">
                <a:solidFill>
                  <a:srgbClr val="252B87"/>
                </a:solidFill>
                <a:latin typeface="Arial"/>
                <a:ea typeface="Arial"/>
                <a:cs typeface="Arial"/>
              </a:rPr>
              <a:t>, </a:t>
            </a:r>
            <a:r>
              <a:rPr sz="1950" dirty="0" err="1">
                <a:solidFill>
                  <a:srgbClr val="252B87"/>
                </a:solidFill>
                <a:latin typeface="Arial"/>
                <a:ea typeface="Arial"/>
                <a:cs typeface="Arial"/>
              </a:rPr>
              <a:t>ancak</a:t>
            </a:r>
            <a:r>
              <a:rPr sz="1950" dirty="0">
                <a:solidFill>
                  <a:srgbClr val="252B87"/>
                </a:solidFill>
                <a:latin typeface="Arial"/>
                <a:ea typeface="Arial"/>
                <a:cs typeface="Arial"/>
              </a:rPr>
              <a:t> </a:t>
            </a:r>
            <a:r>
              <a:rPr sz="1950" dirty="0" err="1">
                <a:solidFill>
                  <a:srgbClr val="252B87"/>
                </a:solidFill>
                <a:latin typeface="Arial"/>
                <a:ea typeface="Arial"/>
                <a:cs typeface="Arial"/>
              </a:rPr>
              <a:t>adının</a:t>
            </a:r>
            <a:r>
              <a:rPr sz="1950" dirty="0">
                <a:solidFill>
                  <a:srgbClr val="252B87"/>
                </a:solidFill>
                <a:latin typeface="Arial"/>
                <a:ea typeface="Arial"/>
                <a:cs typeface="Arial"/>
              </a:rPr>
              <a:t> </a:t>
            </a:r>
            <a:r>
              <a:rPr sz="1950" dirty="0" err="1">
                <a:solidFill>
                  <a:srgbClr val="252B87"/>
                </a:solidFill>
                <a:latin typeface="Arial"/>
                <a:ea typeface="Arial"/>
                <a:cs typeface="Arial"/>
              </a:rPr>
              <a:t>yazılmasını</a:t>
            </a:r>
            <a:r>
              <a:rPr sz="1950" dirty="0">
                <a:solidFill>
                  <a:srgbClr val="252B87"/>
                </a:solidFill>
                <a:latin typeface="Arial"/>
                <a:ea typeface="Arial"/>
                <a:cs typeface="Arial"/>
              </a:rPr>
              <a:t> </a:t>
            </a:r>
            <a:r>
              <a:rPr sz="1950" dirty="0" err="1">
                <a:solidFill>
                  <a:srgbClr val="252B87"/>
                </a:solidFill>
                <a:latin typeface="Arial"/>
                <a:ea typeface="Arial"/>
                <a:cs typeface="Arial"/>
              </a:rPr>
              <a:t>istiyor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Görev</a:t>
            </a:r>
            <a:r>
              <a:rPr sz="1950" dirty="0">
                <a:solidFill>
                  <a:srgbClr val="252B87"/>
                </a:solidFill>
                <a:latin typeface="Arial"/>
                <a:ea typeface="Arial"/>
                <a:cs typeface="Arial"/>
              </a:rPr>
              <a:t> 1: </a:t>
            </a:r>
            <a:r>
              <a:rPr sz="1950" dirty="0" err="1">
                <a:solidFill>
                  <a:srgbClr val="252B87"/>
                </a:solidFill>
                <a:latin typeface="Arial"/>
                <a:ea typeface="Arial"/>
                <a:cs typeface="Arial"/>
              </a:rPr>
              <a:t>Olaydaki</a:t>
            </a:r>
            <a:r>
              <a:rPr sz="1950" dirty="0">
                <a:solidFill>
                  <a:srgbClr val="252B87"/>
                </a:solidFill>
                <a:latin typeface="Arial"/>
                <a:ea typeface="Arial"/>
                <a:cs typeface="Arial"/>
              </a:rPr>
              <a:t> </a:t>
            </a:r>
            <a:r>
              <a:rPr sz="1950" dirty="0" err="1">
                <a:solidFill>
                  <a:srgbClr val="252B87"/>
                </a:solidFill>
                <a:latin typeface="Arial"/>
                <a:ea typeface="Arial"/>
                <a:cs typeface="Arial"/>
              </a:rPr>
              <a:t>statüyü</a:t>
            </a:r>
            <a:r>
              <a:rPr sz="1950" dirty="0">
                <a:solidFill>
                  <a:srgbClr val="252B87"/>
                </a:solidFill>
                <a:latin typeface="Arial"/>
                <a:ea typeface="Arial"/>
                <a:cs typeface="Arial"/>
              </a:rPr>
              <a:t> </a:t>
            </a:r>
            <a:r>
              <a:rPr sz="1950" dirty="0" err="1">
                <a:solidFill>
                  <a:srgbClr val="252B87"/>
                </a:solidFill>
                <a:latin typeface="Arial"/>
                <a:ea typeface="Arial"/>
                <a:cs typeface="Arial"/>
              </a:rPr>
              <a:t>ve</a:t>
            </a:r>
            <a:r>
              <a:rPr sz="1950" dirty="0">
                <a:solidFill>
                  <a:srgbClr val="252B87"/>
                </a:solidFill>
                <a:latin typeface="Arial"/>
                <a:ea typeface="Arial"/>
                <a:cs typeface="Arial"/>
              </a:rPr>
              <a:t> </a:t>
            </a:r>
            <a:r>
              <a:rPr sz="1950" dirty="0" err="1">
                <a:solidFill>
                  <a:srgbClr val="252B87"/>
                </a:solidFill>
                <a:latin typeface="Arial"/>
                <a:ea typeface="Arial"/>
                <a:cs typeface="Arial"/>
              </a:rPr>
              <a:t>rol</a:t>
            </a:r>
            <a:r>
              <a:rPr sz="1950" dirty="0">
                <a:solidFill>
                  <a:srgbClr val="252B87"/>
                </a:solidFill>
                <a:latin typeface="Arial"/>
                <a:ea typeface="Arial"/>
                <a:cs typeface="Arial"/>
              </a:rPr>
              <a:t> </a:t>
            </a:r>
            <a:r>
              <a:rPr sz="1950" dirty="0" err="1">
                <a:solidFill>
                  <a:srgbClr val="252B87"/>
                </a:solidFill>
                <a:latin typeface="Arial"/>
                <a:ea typeface="Arial"/>
                <a:cs typeface="Arial"/>
              </a:rPr>
              <a:t>beklentilerini</a:t>
            </a:r>
            <a:r>
              <a:rPr sz="1950" dirty="0">
                <a:solidFill>
                  <a:srgbClr val="252B87"/>
                </a:solidFill>
                <a:latin typeface="Arial"/>
                <a:ea typeface="Arial"/>
                <a:cs typeface="Arial"/>
              </a:rPr>
              <a:t> </a:t>
            </a:r>
            <a:r>
              <a:rPr sz="1950" dirty="0" err="1">
                <a:solidFill>
                  <a:srgbClr val="252B87"/>
                </a:solidFill>
                <a:latin typeface="Arial"/>
                <a:ea typeface="Arial"/>
                <a:cs typeface="Arial"/>
              </a:rPr>
              <a:t>belirleyiniz</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Görev</a:t>
            </a:r>
            <a:r>
              <a:rPr sz="1950" dirty="0">
                <a:solidFill>
                  <a:srgbClr val="252B87"/>
                </a:solidFill>
                <a:latin typeface="Arial"/>
                <a:ea typeface="Arial"/>
                <a:cs typeface="Arial"/>
              </a:rPr>
              <a:t> 2: </a:t>
            </a:r>
            <a:r>
              <a:rPr sz="1950" dirty="0" err="1">
                <a:solidFill>
                  <a:srgbClr val="252B87"/>
                </a:solidFill>
                <a:latin typeface="Arial"/>
                <a:ea typeface="Arial"/>
                <a:cs typeface="Arial"/>
              </a:rPr>
              <a:t>İlgili</a:t>
            </a:r>
            <a:r>
              <a:rPr sz="1950" dirty="0">
                <a:solidFill>
                  <a:srgbClr val="252B87"/>
                </a:solidFill>
                <a:latin typeface="Arial"/>
                <a:ea typeface="Arial"/>
                <a:cs typeface="Arial"/>
              </a:rPr>
              <a:t> </a:t>
            </a:r>
            <a:r>
              <a:rPr sz="1950" dirty="0" err="1">
                <a:solidFill>
                  <a:srgbClr val="252B87"/>
                </a:solidFill>
                <a:latin typeface="Arial"/>
                <a:ea typeface="Arial"/>
                <a:cs typeface="Arial"/>
              </a:rPr>
              <a:t>normu</a:t>
            </a:r>
            <a:r>
              <a:rPr sz="1950" dirty="0">
                <a:solidFill>
                  <a:srgbClr val="252B87"/>
                </a:solidFill>
                <a:latin typeface="Arial"/>
                <a:ea typeface="Arial"/>
                <a:cs typeface="Arial"/>
              </a:rPr>
              <a:t> </a:t>
            </a:r>
            <a:r>
              <a:rPr sz="1950" dirty="0" err="1">
                <a:solidFill>
                  <a:srgbClr val="252B87"/>
                </a:solidFill>
                <a:latin typeface="Arial"/>
                <a:ea typeface="Arial"/>
                <a:cs typeface="Arial"/>
              </a:rPr>
              <a:t>ve</a:t>
            </a:r>
            <a:r>
              <a:rPr sz="1950" dirty="0">
                <a:solidFill>
                  <a:srgbClr val="252B87"/>
                </a:solidFill>
                <a:latin typeface="Arial"/>
                <a:ea typeface="Arial"/>
                <a:cs typeface="Arial"/>
              </a:rPr>
              <a:t> </a:t>
            </a:r>
            <a:r>
              <a:rPr sz="1950" dirty="0" err="1">
                <a:solidFill>
                  <a:srgbClr val="252B87"/>
                </a:solidFill>
                <a:latin typeface="Arial"/>
                <a:ea typeface="Arial"/>
                <a:cs typeface="Arial"/>
              </a:rPr>
              <a:t>değerleri</a:t>
            </a:r>
            <a:r>
              <a:rPr sz="1950" dirty="0">
                <a:solidFill>
                  <a:srgbClr val="252B87"/>
                </a:solidFill>
                <a:latin typeface="Arial"/>
                <a:ea typeface="Arial"/>
                <a:cs typeface="Arial"/>
              </a:rPr>
              <a:t> </a:t>
            </a:r>
            <a:r>
              <a:rPr sz="1950" dirty="0" err="1">
                <a:solidFill>
                  <a:srgbClr val="252B87"/>
                </a:solidFill>
                <a:latin typeface="Arial"/>
                <a:ea typeface="Arial"/>
                <a:cs typeface="Arial"/>
              </a:rPr>
              <a:t>yazınız</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err="1">
                <a:solidFill>
                  <a:srgbClr val="252B87"/>
                </a:solidFill>
                <a:latin typeface="Arial"/>
                <a:ea typeface="Arial"/>
                <a:cs typeface="Arial"/>
              </a:rPr>
              <a:t>Görev</a:t>
            </a:r>
            <a:r>
              <a:rPr sz="1950" dirty="0">
                <a:solidFill>
                  <a:srgbClr val="252B87"/>
                </a:solidFill>
                <a:latin typeface="Arial"/>
                <a:ea typeface="Arial"/>
                <a:cs typeface="Arial"/>
              </a:rPr>
              <a:t> 3: Adil </a:t>
            </a:r>
            <a:r>
              <a:rPr sz="1950" dirty="0" err="1">
                <a:solidFill>
                  <a:srgbClr val="252B87"/>
                </a:solidFill>
                <a:latin typeface="Arial"/>
                <a:ea typeface="Arial"/>
                <a:cs typeface="Arial"/>
              </a:rPr>
              <a:t>bir</a:t>
            </a:r>
            <a:r>
              <a:rPr sz="1950" dirty="0">
                <a:solidFill>
                  <a:srgbClr val="252B87"/>
                </a:solidFill>
                <a:latin typeface="Arial"/>
                <a:ea typeface="Arial"/>
                <a:cs typeface="Arial"/>
              </a:rPr>
              <a:t> </a:t>
            </a:r>
            <a:r>
              <a:rPr sz="1950" dirty="0" err="1">
                <a:solidFill>
                  <a:srgbClr val="252B87"/>
                </a:solidFill>
                <a:latin typeface="Arial"/>
                <a:ea typeface="Arial"/>
                <a:cs typeface="Arial"/>
              </a:rPr>
              <a:t>çözüm</a:t>
            </a:r>
            <a:r>
              <a:rPr sz="1950" dirty="0">
                <a:solidFill>
                  <a:srgbClr val="252B87"/>
                </a:solidFill>
                <a:latin typeface="Arial"/>
                <a:ea typeface="Arial"/>
                <a:cs typeface="Arial"/>
              </a:rPr>
              <a:t> </a:t>
            </a:r>
            <a:r>
              <a:rPr sz="1950" dirty="0" err="1">
                <a:solidFill>
                  <a:srgbClr val="252B87"/>
                </a:solidFill>
                <a:latin typeface="Arial"/>
                <a:ea typeface="Arial"/>
                <a:cs typeface="Arial"/>
              </a:rPr>
              <a:t>önerip</a:t>
            </a:r>
            <a:r>
              <a:rPr sz="1950" dirty="0">
                <a:solidFill>
                  <a:srgbClr val="252B87"/>
                </a:solidFill>
                <a:latin typeface="Arial"/>
                <a:ea typeface="Arial"/>
                <a:cs typeface="Arial"/>
              </a:rPr>
              <a:t> </a:t>
            </a:r>
            <a:r>
              <a:rPr sz="1950" dirty="0" err="1">
                <a:solidFill>
                  <a:srgbClr val="252B87"/>
                </a:solidFill>
                <a:latin typeface="Arial"/>
                <a:ea typeface="Arial"/>
                <a:cs typeface="Arial"/>
              </a:rPr>
              <a:t>gerekçenizi</a:t>
            </a:r>
            <a:r>
              <a:rPr sz="1950" dirty="0">
                <a:solidFill>
                  <a:srgbClr val="252B87"/>
                </a:solidFill>
                <a:latin typeface="Arial"/>
                <a:ea typeface="Arial"/>
                <a:cs typeface="Arial"/>
              </a:rPr>
              <a:t> </a:t>
            </a:r>
            <a:r>
              <a:rPr sz="1950" dirty="0" err="1">
                <a:solidFill>
                  <a:srgbClr val="252B87"/>
                </a:solidFill>
                <a:latin typeface="Arial"/>
                <a:ea typeface="Arial"/>
                <a:cs typeface="Arial"/>
              </a:rPr>
              <a:t>açıklayınız</a:t>
            </a:r>
            <a:r>
              <a:rPr sz="1950" dirty="0">
                <a:solidFill>
                  <a:srgbClr val="252B87"/>
                </a:solidFill>
                <a:latin typeface="Arial"/>
                <a:ea typeface="Arial"/>
                <a:cs typeface="Arial"/>
              </a:rPr>
              <a:t>. </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E39A338D-B192-3127-EB9A-53A2665A0BB7}" type="slidenum">
              <a:rPr/>
              <a:t>42</a:t>
            </a:fld>
            <a:endParaRPr/>
          </a:p>
        </p:txBody>
      </p:sp>
    </p:spTree>
    <p:extLst>
      <p:ext uri="{BB962C8B-B14F-4D97-AF65-F5344CB8AC3E}">
        <p14:creationId xmlns:p14="http://schemas.microsoft.com/office/powerpoint/2010/main" val="3209211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Grup etkinliği: Örnek yanıt</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Statü: Grup üyesi olan öğrenci. Rol: Üstlendiği çalışmayı tamamlaması.</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Norm: Görev paylaşımına uymak ve katkıyı doğru belirtmek.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Değerler: Dürüstlük, adalet ve sorumluluk.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Çözüm: Önce gecikme nedenini konuşmak, görevleri netleştirmek ve katkıyı ortak ölçüte göre belirtmek.</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8D334276-4C85-190E-BA41-5CA1CBB04E4E}" type="slidenum">
              <a:rPr/>
              <a:t>43</a:t>
            </a:fld>
            <a:endParaRPr/>
          </a:p>
        </p:txBody>
      </p:sp>
    </p:spTree>
    <p:extLst>
      <p:ext uri="{BB962C8B-B14F-4D97-AF65-F5344CB8AC3E}">
        <p14:creationId xmlns:p14="http://schemas.microsoft.com/office/powerpoint/2010/main" val="32092115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Kısa değerlendirme: 1 ve 2</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1. Öğretmenlik hangi kavrama örnektir? A) Norm  B) Statü  C) Değer  D) Yaptırım</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2. Öğretmenin öğrencilere adil davranmasının beklenmesi hangi kavramı gösterir?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 Verilmiş statü  B) Rol  C) Statü takımı  D) Olumsuz yaptırım</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Yanıtınızı yalnızca harfle değil, bir cümlelik gerekçeyle açıklayınız.</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855A7F00-3259-A23D-D734-A322A9F9DD63}" type="slidenum">
              <a:rPr/>
              <a:t>44</a:t>
            </a:fld>
            <a:endParaRPr/>
          </a:p>
        </p:txBody>
      </p:sp>
    </p:spTree>
    <p:extLst>
      <p:ext uri="{BB962C8B-B14F-4D97-AF65-F5344CB8AC3E}">
        <p14:creationId xmlns:p14="http://schemas.microsoft.com/office/powerpoint/2010/main" val="3209211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Kısa değerlendirme: 3 ve 4</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3. Öğrenci aynı gün birkaç dersin ödevini yetiştirmekte zorlanıyor. Bu durum nedir?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 Rol gerilimi  B) Rol çatışması  C) Değer  D) Saygınlık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4. Dürüstlük ile kopya çekmeme arasındaki ilişki hangisidir?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A) İkisi de statü  B) İkisi de rol  C) Değer ve norm  D) Norm ve statü</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6166C477-A387-35CF-F492-F54B4FA4FEC9}" type="slidenum">
              <a:rPr/>
              <a:t>45</a:t>
            </a:fld>
            <a:endParaRPr/>
          </a:p>
        </p:txBody>
      </p:sp>
    </p:spTree>
    <p:extLst>
      <p:ext uri="{BB962C8B-B14F-4D97-AF65-F5344CB8AC3E}">
        <p14:creationId xmlns:p14="http://schemas.microsoft.com/office/powerpoint/2010/main" val="3209211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Değerlendirme yanıtları</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1: B. Öğretmenlik, kişinin toplumsal konumudur.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2: B. Adil davranma beklentisi, öğretmenlik rolüyle ilişkilidir.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3: A. Talepler aynı öğrencilik statüsü içinde birikmektedir.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4: C. Dürüstlük genel değer, kopya çekmeme belirli davranış normudur.</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C0C89EF0-BE71-8D92-BDDF-FF7D05F0AC04}" type="slidenum">
              <a:rPr/>
              <a:t>46</a:t>
            </a:fld>
            <a:endParaRPr/>
          </a:p>
        </p:txBody>
      </p:sp>
    </p:spTree>
    <p:extLst>
      <p:ext uri="{BB962C8B-B14F-4D97-AF65-F5344CB8AC3E}">
        <p14:creationId xmlns:p14="http://schemas.microsoft.com/office/powerpoint/2010/main" val="3209211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sz="1950" b="1">
                <a:solidFill>
                  <a:srgbClr val="252B87"/>
                </a:solidFill>
                <a:latin typeface="Arial"/>
                <a:ea typeface="Arial"/>
                <a:cs typeface="Arial"/>
              </a:rPr>
              <a:t>Dört kavramla kısa tekrar</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Statü: Hangi konumdayım? Örnek: Öğrenci.</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Rol: Benden ne bekleniyor? Örnek: Çalışmalara katılmak.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Norm: Hangi davranış kuralı var? Örnek: Kaynak göstermeden metin kullanmamak.</a:t>
            </a:r>
          </a:p>
          <a:p>
            <a:pPr>
              <a:spcAft>
                <a:spcPts val="26"/>
              </a:spcAft>
              <a:defRPr sz="1950">
                <a:solidFill>
                  <a:srgbClr val="252B87"/>
                </a:solidFill>
                <a:latin typeface="Arial"/>
                <a:ea typeface="Arial"/>
                <a:cs typeface="Arial"/>
              </a:defRPr>
            </a:pPr>
            <a:r>
              <a:rPr sz="1950">
                <a:solidFill>
                  <a:srgbClr val="252B87"/>
                </a:solidFill>
                <a:latin typeface="Arial"/>
                <a:ea typeface="Arial"/>
                <a:cs typeface="Arial"/>
              </a:rPr>
              <a:t>Değer: Bu kural neden önemli? Örnek: Dürüstlük ve emeğe saygı.</a:t>
            </a: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9CAEC632-A9E6-82AB-6034-3014BC3905A0}" type="slidenum">
              <a:rPr/>
              <a:t>47</a:t>
            </a:fld>
            <a:endParaRPr/>
          </a:p>
        </p:txBody>
      </p:sp>
    </p:spTree>
    <p:extLst>
      <p:ext uri="{BB962C8B-B14F-4D97-AF65-F5344CB8AC3E}">
        <p14:creationId xmlns:p14="http://schemas.microsoft.com/office/powerpoint/2010/main" val="32092115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7DFBF-9A5C-7BBA-A216-C7509DABD9F2}"/>
              </a:ext>
            </a:extLst>
          </p:cNvPr>
          <p:cNvSpPr>
            <a:spLocks noGrp="1"/>
          </p:cNvSpPr>
          <p:nvPr>
            <p:ph idx="1"/>
          </p:nvPr>
        </p:nvSpPr>
        <p:spPr>
          <a:xfrm>
            <a:off x="48639" y="97276"/>
            <a:ext cx="10165404" cy="5584785"/>
          </a:xfrm>
        </p:spPr>
        <p:txBody>
          <a:bodyPr>
            <a:normAutofit/>
          </a:bodyPr>
          <a:lstStyle>
            <a:defPPr>
              <a:defRPr sz="1950">
                <a:solidFill>
                  <a:srgbClr val="252B87"/>
                </a:solidFill>
                <a:latin typeface="Arial"/>
                <a:ea typeface="Arial"/>
                <a:cs typeface="Arial"/>
              </a:defRPr>
            </a:defPPr>
            <a:lvl1pPr>
              <a:buNone/>
              <a:defRPr sz="1950">
                <a:solidFill>
                  <a:srgbClr val="252B87"/>
                </a:solidFill>
                <a:latin typeface="Arial"/>
                <a:ea typeface="Arial"/>
                <a:cs typeface="Arial"/>
              </a:defRPr>
            </a:lvl1pPr>
            <a:lvl2pPr>
              <a:buNone/>
              <a:defRPr sz="1950">
                <a:solidFill>
                  <a:srgbClr val="252B87"/>
                </a:solidFill>
                <a:latin typeface="Arial"/>
                <a:ea typeface="Arial"/>
                <a:cs typeface="Arial"/>
              </a:defRPr>
            </a:lvl2pPr>
            <a:lvl3pPr>
              <a:buNone/>
              <a:defRPr sz="1950">
                <a:solidFill>
                  <a:srgbClr val="252B87"/>
                </a:solidFill>
                <a:latin typeface="Arial"/>
                <a:ea typeface="Arial"/>
                <a:cs typeface="Arial"/>
              </a:defRPr>
            </a:lvl3pPr>
            <a:lvl4pPr>
              <a:buNone/>
              <a:defRPr sz="1950">
                <a:solidFill>
                  <a:srgbClr val="252B87"/>
                </a:solidFill>
                <a:latin typeface="Arial"/>
                <a:ea typeface="Arial"/>
                <a:cs typeface="Arial"/>
              </a:defRPr>
            </a:lvl4pPr>
            <a:lvl5pPr>
              <a:buNone/>
              <a:defRPr sz="1950">
                <a:solidFill>
                  <a:srgbClr val="252B87"/>
                </a:solidFill>
                <a:latin typeface="Arial"/>
                <a:ea typeface="Arial"/>
                <a:cs typeface="Arial"/>
              </a:defRPr>
            </a:lvl5pPr>
            <a:lvl6pPr>
              <a:buNone/>
              <a:defRPr sz="1950">
                <a:solidFill>
                  <a:srgbClr val="252B87"/>
                </a:solidFill>
                <a:latin typeface="Arial"/>
                <a:ea typeface="Arial"/>
                <a:cs typeface="Arial"/>
              </a:defRPr>
            </a:lvl6pPr>
            <a:lvl7pPr>
              <a:buNone/>
              <a:defRPr sz="1950">
                <a:solidFill>
                  <a:srgbClr val="252B87"/>
                </a:solidFill>
                <a:latin typeface="Arial"/>
                <a:ea typeface="Arial"/>
                <a:cs typeface="Arial"/>
              </a:defRPr>
            </a:lvl7pPr>
            <a:lvl8pPr>
              <a:buNone/>
              <a:defRPr sz="1950">
                <a:solidFill>
                  <a:srgbClr val="252B87"/>
                </a:solidFill>
                <a:latin typeface="Arial"/>
                <a:ea typeface="Arial"/>
                <a:cs typeface="Arial"/>
              </a:defRPr>
            </a:lvl8pPr>
            <a:lvl9pPr>
              <a:buNone/>
              <a:defRPr sz="1950">
                <a:solidFill>
                  <a:srgbClr val="252B87"/>
                </a:solidFill>
                <a:latin typeface="Arial"/>
                <a:ea typeface="Arial"/>
                <a:cs typeface="Arial"/>
              </a:defRPr>
            </a:lvl9pPr>
          </a:lstStyle>
          <a:p>
            <a:pPr>
              <a:spcAft>
                <a:spcPts val="28"/>
              </a:spcAft>
              <a:defRPr sz="1950">
                <a:solidFill>
                  <a:srgbClr val="252B87"/>
                </a:solidFill>
                <a:latin typeface="Arial"/>
                <a:ea typeface="Arial"/>
                <a:cs typeface="Arial"/>
              </a:defRPr>
            </a:pPr>
            <a:r>
              <a:rPr lang="tr-TR" sz="1950" b="1" dirty="0">
                <a:solidFill>
                  <a:srgbClr val="252B87"/>
                </a:solidFill>
                <a:latin typeface="Arial"/>
                <a:ea typeface="Arial"/>
                <a:cs typeface="Arial"/>
              </a:rPr>
              <a:t>Kaynakça</a:t>
            </a:r>
            <a:endParaRPr sz="1950" b="1"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Tezcan, M. (1993). </a:t>
            </a:r>
            <a:r>
              <a:rPr sz="1950" dirty="0" err="1">
                <a:solidFill>
                  <a:srgbClr val="252B87"/>
                </a:solidFill>
                <a:latin typeface="Arial"/>
                <a:ea typeface="Arial"/>
                <a:cs typeface="Arial"/>
              </a:rPr>
              <a:t>Sosyolojiye</a:t>
            </a:r>
            <a:r>
              <a:rPr sz="1950" dirty="0">
                <a:solidFill>
                  <a:srgbClr val="252B87"/>
                </a:solidFill>
                <a:latin typeface="Arial"/>
                <a:ea typeface="Arial"/>
                <a:cs typeface="Arial"/>
              </a:rPr>
              <a:t> </a:t>
            </a:r>
            <a:r>
              <a:rPr sz="1950" dirty="0" err="1">
                <a:solidFill>
                  <a:srgbClr val="252B87"/>
                </a:solidFill>
                <a:latin typeface="Arial"/>
                <a:ea typeface="Arial"/>
                <a:cs typeface="Arial"/>
              </a:rPr>
              <a:t>giriş</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Tan, M. (1981). </a:t>
            </a:r>
            <a:r>
              <a:rPr sz="1950" dirty="0" err="1">
                <a:solidFill>
                  <a:srgbClr val="252B87"/>
                </a:solidFill>
                <a:latin typeface="Arial"/>
                <a:ea typeface="Arial"/>
                <a:cs typeface="Arial"/>
              </a:rPr>
              <a:t>Sosyoloji</a:t>
            </a:r>
            <a:r>
              <a:rPr sz="1950" dirty="0">
                <a:solidFill>
                  <a:srgbClr val="252B87"/>
                </a:solidFill>
                <a:latin typeface="Arial"/>
                <a:ea typeface="Arial"/>
                <a:cs typeface="Arial"/>
              </a:rPr>
              <a:t> / </a:t>
            </a:r>
            <a:r>
              <a:rPr sz="1950" dirty="0" err="1">
                <a:solidFill>
                  <a:srgbClr val="252B87"/>
                </a:solidFill>
                <a:latin typeface="Arial"/>
                <a:ea typeface="Arial"/>
                <a:cs typeface="Arial"/>
              </a:rPr>
              <a:t>Toplumbilime</a:t>
            </a:r>
            <a:r>
              <a:rPr sz="1950" dirty="0">
                <a:solidFill>
                  <a:srgbClr val="252B87"/>
                </a:solidFill>
                <a:latin typeface="Arial"/>
                <a:ea typeface="Arial"/>
                <a:cs typeface="Arial"/>
              </a:rPr>
              <a:t> </a:t>
            </a:r>
            <a:r>
              <a:rPr sz="1950" dirty="0" err="1">
                <a:solidFill>
                  <a:srgbClr val="252B87"/>
                </a:solidFill>
                <a:latin typeface="Arial"/>
                <a:ea typeface="Arial"/>
                <a:cs typeface="Arial"/>
              </a:rPr>
              <a:t>giriş</a:t>
            </a:r>
            <a:r>
              <a:rPr sz="1950" dirty="0">
                <a:solidFill>
                  <a:srgbClr val="252B87"/>
                </a:solidFill>
                <a:latin typeface="Arial"/>
                <a:ea typeface="Arial"/>
                <a:cs typeface="Arial"/>
              </a:rPr>
              <a:t>: Temel </a:t>
            </a:r>
            <a:r>
              <a:rPr sz="1950" dirty="0" err="1">
                <a:solidFill>
                  <a:srgbClr val="252B87"/>
                </a:solidFill>
                <a:latin typeface="Arial"/>
                <a:ea typeface="Arial"/>
                <a:cs typeface="Arial"/>
              </a:rPr>
              <a:t>kavramlar</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Giddens, A. (1998). </a:t>
            </a:r>
            <a:r>
              <a:rPr sz="1950" dirty="0" err="1">
                <a:solidFill>
                  <a:srgbClr val="252B87"/>
                </a:solidFill>
                <a:latin typeface="Arial"/>
                <a:ea typeface="Arial"/>
                <a:cs typeface="Arial"/>
              </a:rPr>
              <a:t>Sosyoloji</a:t>
            </a:r>
            <a:r>
              <a:rPr sz="1950" dirty="0">
                <a:solidFill>
                  <a:srgbClr val="252B87"/>
                </a:solidFill>
                <a:latin typeface="Arial"/>
                <a:ea typeface="Arial"/>
                <a:cs typeface="Arial"/>
              </a:rPr>
              <a:t>: </a:t>
            </a:r>
            <a:r>
              <a:rPr sz="1950" dirty="0" err="1">
                <a:solidFill>
                  <a:srgbClr val="252B87"/>
                </a:solidFill>
                <a:latin typeface="Arial"/>
                <a:ea typeface="Arial"/>
                <a:cs typeface="Arial"/>
              </a:rPr>
              <a:t>Eleştirel</a:t>
            </a:r>
            <a:r>
              <a:rPr sz="1950" dirty="0">
                <a:solidFill>
                  <a:srgbClr val="252B87"/>
                </a:solidFill>
                <a:latin typeface="Arial"/>
                <a:ea typeface="Arial"/>
                <a:cs typeface="Arial"/>
              </a:rPr>
              <a:t> </a:t>
            </a:r>
            <a:r>
              <a:rPr sz="1950" dirty="0" err="1">
                <a:solidFill>
                  <a:srgbClr val="252B87"/>
                </a:solidFill>
                <a:latin typeface="Arial"/>
                <a:ea typeface="Arial"/>
                <a:cs typeface="Arial"/>
              </a:rPr>
              <a:t>bir</a:t>
            </a:r>
            <a:r>
              <a:rPr sz="1950" dirty="0">
                <a:solidFill>
                  <a:srgbClr val="252B87"/>
                </a:solidFill>
                <a:latin typeface="Arial"/>
                <a:ea typeface="Arial"/>
                <a:cs typeface="Arial"/>
              </a:rPr>
              <a:t> </a:t>
            </a:r>
            <a:r>
              <a:rPr sz="1950" dirty="0" err="1">
                <a:solidFill>
                  <a:srgbClr val="252B87"/>
                </a:solidFill>
                <a:latin typeface="Arial"/>
                <a:ea typeface="Arial"/>
                <a:cs typeface="Arial"/>
              </a:rPr>
              <a:t>yaklaşım</a:t>
            </a:r>
            <a:r>
              <a:rPr sz="1950" dirty="0">
                <a:solidFill>
                  <a:srgbClr val="252B87"/>
                </a:solidFill>
                <a:latin typeface="Arial"/>
                <a:ea typeface="Arial"/>
                <a:cs typeface="Arial"/>
              </a:rPr>
              <a:t>. Giddens, A. (2008). </a:t>
            </a:r>
            <a:r>
              <a:rPr sz="1950" dirty="0" err="1">
                <a:solidFill>
                  <a:srgbClr val="252B87"/>
                </a:solidFill>
                <a:latin typeface="Arial"/>
                <a:ea typeface="Arial"/>
                <a:cs typeface="Arial"/>
              </a:rPr>
              <a:t>Sosyoloji</a:t>
            </a:r>
            <a:r>
              <a:rPr sz="1950" dirty="0">
                <a:solidFill>
                  <a:srgbClr val="252B87"/>
                </a:solidFill>
                <a:latin typeface="Arial"/>
                <a:ea typeface="Arial"/>
                <a:cs typeface="Arial"/>
              </a:rPr>
              <a:t>.</a:t>
            </a:r>
          </a:p>
          <a:p>
            <a:pPr>
              <a:spcAft>
                <a:spcPts val="26"/>
              </a:spcAft>
              <a:defRPr sz="1950">
                <a:solidFill>
                  <a:srgbClr val="252B87"/>
                </a:solidFill>
                <a:latin typeface="Arial"/>
                <a:ea typeface="Arial"/>
                <a:cs typeface="Arial"/>
              </a:defRPr>
            </a:pPr>
            <a:r>
              <a:rPr sz="1950" dirty="0">
                <a:solidFill>
                  <a:srgbClr val="252B87"/>
                </a:solidFill>
                <a:latin typeface="Arial"/>
                <a:ea typeface="Arial"/>
                <a:cs typeface="Arial"/>
              </a:rPr>
              <a:t>Durkheim, É. (1956). Education and sociology. Aron, R. (2004). </a:t>
            </a:r>
            <a:r>
              <a:rPr sz="1950" dirty="0" err="1">
                <a:solidFill>
                  <a:srgbClr val="252B87"/>
                </a:solidFill>
                <a:latin typeface="Arial"/>
                <a:ea typeface="Arial"/>
                <a:cs typeface="Arial"/>
              </a:rPr>
              <a:t>Sosyolojik</a:t>
            </a:r>
            <a:r>
              <a:rPr sz="1950" dirty="0">
                <a:solidFill>
                  <a:srgbClr val="252B87"/>
                </a:solidFill>
                <a:latin typeface="Arial"/>
                <a:ea typeface="Arial"/>
                <a:cs typeface="Arial"/>
              </a:rPr>
              <a:t> </a:t>
            </a:r>
            <a:r>
              <a:rPr sz="1950" dirty="0" err="1">
                <a:solidFill>
                  <a:srgbClr val="252B87"/>
                </a:solidFill>
                <a:latin typeface="Arial"/>
                <a:ea typeface="Arial"/>
                <a:cs typeface="Arial"/>
              </a:rPr>
              <a:t>düşüncenin</a:t>
            </a:r>
            <a:r>
              <a:rPr sz="1950" dirty="0">
                <a:solidFill>
                  <a:srgbClr val="252B87"/>
                </a:solidFill>
                <a:latin typeface="Arial"/>
                <a:ea typeface="Arial"/>
                <a:cs typeface="Arial"/>
              </a:rPr>
              <a:t> </a:t>
            </a:r>
            <a:r>
              <a:rPr sz="1950" dirty="0" err="1">
                <a:solidFill>
                  <a:srgbClr val="252B87"/>
                </a:solidFill>
                <a:latin typeface="Arial"/>
                <a:ea typeface="Arial"/>
                <a:cs typeface="Arial"/>
              </a:rPr>
              <a:t>evreleri</a:t>
            </a:r>
            <a:r>
              <a:rPr sz="1950" dirty="0">
                <a:solidFill>
                  <a:srgbClr val="252B87"/>
                </a:solidFill>
                <a:latin typeface="Arial"/>
                <a:ea typeface="Arial"/>
                <a:cs typeface="Arial"/>
              </a:rPr>
              <a:t>.</a:t>
            </a:r>
            <a:endParaRPr lang="tr-TR" sz="1950" dirty="0">
              <a:solidFill>
                <a:srgbClr val="252B87"/>
              </a:solidFill>
              <a:latin typeface="Arial"/>
              <a:ea typeface="Arial"/>
              <a:cs typeface="Arial"/>
            </a:endParaRPr>
          </a:p>
          <a:p>
            <a:pPr>
              <a:spcAft>
                <a:spcPts val="26"/>
              </a:spcAft>
              <a:defRPr sz="1950">
                <a:solidFill>
                  <a:srgbClr val="252B87"/>
                </a:solidFill>
                <a:latin typeface="Arial"/>
                <a:ea typeface="Arial"/>
                <a:cs typeface="Arial"/>
              </a:defRPr>
            </a:pPr>
            <a:r>
              <a:rPr lang="en-US" dirty="0"/>
              <a:t>Conerly, T. R., Holmes, K., &amp; Tamang, A. L. (2021). Introduction to Sociology 3e. OpenStax.</a:t>
            </a:r>
          </a:p>
          <a:p>
            <a:pPr>
              <a:spcAft>
                <a:spcPts val="26"/>
              </a:spcAft>
              <a:defRPr sz="1950">
                <a:solidFill>
                  <a:srgbClr val="252B87"/>
                </a:solidFill>
                <a:latin typeface="Arial"/>
                <a:ea typeface="Arial"/>
                <a:cs typeface="Arial"/>
              </a:defRPr>
            </a:pPr>
            <a:r>
              <a:rPr lang="en-US" dirty="0" err="1"/>
              <a:t>Bölüm</a:t>
            </a:r>
            <a:r>
              <a:rPr lang="en-US" dirty="0"/>
              <a:t> 3.2: Elements of Culture. </a:t>
            </a:r>
            <a:r>
              <a:rPr lang="en-US" dirty="0" err="1"/>
              <a:t>Normlar</a:t>
            </a:r>
            <a:r>
              <a:rPr lang="en-US" dirty="0"/>
              <a:t>, </a:t>
            </a:r>
            <a:r>
              <a:rPr lang="en-US" dirty="0" err="1"/>
              <a:t>değerler</a:t>
            </a:r>
            <a:r>
              <a:rPr lang="en-US" dirty="0"/>
              <a:t> </a:t>
            </a:r>
            <a:r>
              <a:rPr lang="en-US" dirty="0" err="1"/>
              <a:t>ve</a:t>
            </a:r>
            <a:r>
              <a:rPr lang="en-US" dirty="0"/>
              <a:t> </a:t>
            </a:r>
            <a:r>
              <a:rPr lang="en-US" dirty="0" err="1"/>
              <a:t>yaptırımlar</a:t>
            </a:r>
            <a:r>
              <a:rPr lang="en-US" dirty="0"/>
              <a:t>.</a:t>
            </a:r>
          </a:p>
          <a:p>
            <a:pPr>
              <a:spcAft>
                <a:spcPts val="26"/>
              </a:spcAft>
              <a:defRPr sz="1950">
                <a:solidFill>
                  <a:srgbClr val="252B87"/>
                </a:solidFill>
                <a:latin typeface="Arial"/>
                <a:ea typeface="Arial"/>
                <a:cs typeface="Arial"/>
              </a:defRPr>
            </a:pPr>
            <a:r>
              <a:rPr lang="en-US" dirty="0" err="1"/>
              <a:t>Bölüm</a:t>
            </a:r>
            <a:r>
              <a:rPr lang="en-US" dirty="0"/>
              <a:t> 4.3: Social Constructions of Reality. </a:t>
            </a:r>
            <a:r>
              <a:rPr lang="en-US" dirty="0" err="1"/>
              <a:t>Statü</a:t>
            </a:r>
            <a:r>
              <a:rPr lang="en-US" dirty="0"/>
              <a:t> </a:t>
            </a:r>
            <a:r>
              <a:rPr lang="en-US" dirty="0" err="1"/>
              <a:t>ve</a:t>
            </a:r>
            <a:r>
              <a:rPr lang="en-US" dirty="0"/>
              <a:t> roller.</a:t>
            </a:r>
          </a:p>
          <a:p>
            <a:pPr>
              <a:spcAft>
                <a:spcPts val="26"/>
              </a:spcAft>
              <a:defRPr sz="1950">
                <a:solidFill>
                  <a:srgbClr val="252B87"/>
                </a:solidFill>
                <a:latin typeface="Arial"/>
                <a:ea typeface="Arial"/>
                <a:cs typeface="Arial"/>
              </a:defRPr>
            </a:pPr>
            <a:r>
              <a:rPr lang="en-US" dirty="0"/>
              <a:t>Bu </a:t>
            </a:r>
            <a:r>
              <a:rPr lang="en-US" dirty="0" err="1"/>
              <a:t>dersteki</a:t>
            </a:r>
            <a:r>
              <a:rPr lang="en-US" dirty="0"/>
              <a:t> </a:t>
            </a:r>
            <a:r>
              <a:rPr lang="en-US" dirty="0" err="1"/>
              <a:t>öğrenci</a:t>
            </a:r>
            <a:r>
              <a:rPr lang="en-US" dirty="0"/>
              <a:t> </a:t>
            </a:r>
            <a:r>
              <a:rPr lang="en-US" dirty="0" err="1"/>
              <a:t>olayları</a:t>
            </a:r>
            <a:r>
              <a:rPr lang="en-US" dirty="0"/>
              <a:t>, </a:t>
            </a:r>
            <a:r>
              <a:rPr lang="en-US" dirty="0" err="1"/>
              <a:t>etkinlikler</a:t>
            </a:r>
            <a:r>
              <a:rPr lang="en-US" dirty="0"/>
              <a:t> </a:t>
            </a:r>
            <a:r>
              <a:rPr lang="en-US" dirty="0" err="1"/>
              <a:t>ve</a:t>
            </a:r>
            <a:r>
              <a:rPr lang="en-US" dirty="0"/>
              <a:t> </a:t>
            </a:r>
            <a:r>
              <a:rPr lang="en-US" dirty="0" err="1"/>
              <a:t>değerlendirme</a:t>
            </a:r>
            <a:r>
              <a:rPr lang="en-US" dirty="0"/>
              <a:t> </a:t>
            </a:r>
            <a:r>
              <a:rPr lang="en-US" dirty="0" err="1"/>
              <a:t>soruları</a:t>
            </a:r>
            <a:r>
              <a:rPr lang="en-US" dirty="0"/>
              <a:t> </a:t>
            </a:r>
            <a:r>
              <a:rPr lang="en-US" dirty="0" err="1"/>
              <a:t>öğretim</a:t>
            </a:r>
            <a:r>
              <a:rPr lang="en-US" dirty="0"/>
              <a:t> </a:t>
            </a:r>
            <a:r>
              <a:rPr lang="en-US" dirty="0" err="1"/>
              <a:t>amacıyla</a:t>
            </a:r>
            <a:r>
              <a:rPr lang="en-US" dirty="0"/>
              <a:t> </a:t>
            </a:r>
            <a:r>
              <a:rPr lang="en-US" dirty="0" err="1"/>
              <a:t>hazırlanmıştır</a:t>
            </a:r>
            <a:r>
              <a:rPr lang="en-US" dirty="0"/>
              <a:t>.</a:t>
            </a:r>
          </a:p>
          <a:p>
            <a:pPr>
              <a:spcAft>
                <a:spcPts val="26"/>
              </a:spcAft>
              <a:defRPr sz="1950">
                <a:solidFill>
                  <a:srgbClr val="252B87"/>
                </a:solidFill>
                <a:latin typeface="Arial"/>
                <a:ea typeface="Arial"/>
                <a:cs typeface="Arial"/>
              </a:defRPr>
            </a:pPr>
            <a:endParaRPr sz="1950" dirty="0">
              <a:solidFill>
                <a:srgbClr val="252B87"/>
              </a:solidFill>
              <a:latin typeface="Arial"/>
              <a:ea typeface="Arial"/>
              <a:cs typeface="Arial"/>
            </a:endParaRPr>
          </a:p>
        </p:txBody>
      </p:sp>
      <p:sp>
        <p:nvSpPr>
          <p:cNvPr id="4" name="Slide Number Placeholder 3">
            <a:extLst>
              <a:ext uri="{FF2B5EF4-FFF2-40B4-BE49-F238E27FC236}">
                <a16:creationId xmlns:a16="http://schemas.microsoft.com/office/drawing/2014/main" id="{BE24DC9F-3EE8-960A-273A-B6AE766A3573}"/>
              </a:ext>
            </a:extLst>
          </p:cNvPr>
          <p:cNvSpPr>
            <a:spLocks noGrp="1"/>
          </p:cNvSpPr>
          <p:nvPr>
            <p:ph type="sldNum" idx="10"/>
          </p:nvPr>
        </p:nvSpPr>
        <p:spPr/>
        <p:txBody>
          <a:bodyPr/>
          <a:lstStyle/>
          <a:p>
            <a:fld id="{270EE3B2-1325-F8E9-D276-8EA80C32ED19}" type="slidenum">
              <a:rPr/>
              <a:t>48</a:t>
            </a:fld>
            <a:endParaRPr/>
          </a:p>
        </p:txBody>
      </p:sp>
    </p:spTree>
    <p:extLst>
      <p:ext uri="{BB962C8B-B14F-4D97-AF65-F5344CB8AC3E}">
        <p14:creationId xmlns:p14="http://schemas.microsoft.com/office/powerpoint/2010/main" val="3209211555"/>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Custom 13">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Custom 13">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3016</Words>
  <Application>Microsoft Office PowerPoint</Application>
  <DocSecurity>0</DocSecurity>
  <PresentationFormat>Widescreen</PresentationFormat>
  <Paragraphs>302</Paragraphs>
  <Slides>48</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Arial Black</vt:lpstr>
      <vt:lpstr>Sabon Next LT</vt:lpstr>
      <vt:lpstr>Wingdings</vt:lpstr>
      <vt:lpstr>Custom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SİBEL SOLYALI</cp:lastModifiedBy>
  <cp:revision>7</cp:revision>
  <dcterms:created xsi:type="dcterms:W3CDTF">2026-10-28T08:56:02Z</dcterms:created>
  <dcterms:modified xsi:type="dcterms:W3CDTF">2026-10-30T08:04:53Z</dcterms:modified>
</cp:coreProperties>
</file>